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cb4df8a949491b" /><Relationship Type="http://schemas.openxmlformats.org/officeDocument/2006/relationships/extended-properties" Target="/docProps/app.xml" Id="R3a1d4adf35994974" /><Relationship Type="http://schemas.openxmlformats.org/officeDocument/2006/relationships/officeDocument" Target="/ppt/presentation.xml" Id="Re302a5ce3e804fec" /></Relationships>
</file>

<file path=ppt/presentation.xml><?xml version="1.0" encoding="utf-8"?>
<p:presentation xmlns:p="http://schemas.openxmlformats.org/presentationml/2006/main">
  <p:sldMasterIdLst>
    <p:sldMasterId xmlns:r="http://schemas.openxmlformats.org/officeDocument/2006/relationships" id="2147483648" r:id="R0d599ccce3c248ec"/>
  </p:sldMasterIdLst>
  <p:notesMasterIdLst>
    <p:notesMasterId xmlns:r="http://schemas.openxmlformats.org/officeDocument/2006/relationships" r:id="R2e489069caf84b78"/>
  </p:notesMasterIdLst>
  <p:sldIdLst>
    <p:sldId xmlns:r="http://schemas.openxmlformats.org/officeDocument/2006/relationships" id="256" r:id="Rc8b3e71185af47eb"/>
    <p:sldId xmlns:r="http://schemas.openxmlformats.org/officeDocument/2006/relationships" id="257" r:id="R0e0ef5e655644f54"/>
    <p:sldId xmlns:r="http://schemas.openxmlformats.org/officeDocument/2006/relationships" id="258" r:id="R637325be28bb4983"/>
    <p:sldId xmlns:r="http://schemas.openxmlformats.org/officeDocument/2006/relationships" id="259" r:id="Rdd05b74a309f46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28c7afec754375" /><Relationship Type="http://schemas.openxmlformats.org/officeDocument/2006/relationships/slideMaster" Target="/ppt/slideMasters/slideMaster1.xml" Id="R0d599ccce3c248ec" /><Relationship Type="http://schemas.openxmlformats.org/officeDocument/2006/relationships/notesMaster" Target="/ppt/notesMasters/notesMaster1.xml" Id="R2e489069caf84b78" /><Relationship Type="http://schemas.openxmlformats.org/officeDocument/2006/relationships/presProps" Target="/ppt/presProps.xml" Id="R5bfbed81f2094276" /><Relationship Type="http://schemas.openxmlformats.org/officeDocument/2006/relationships/tableStyles" Target="/ppt/tableStyles.xml" Id="Rddd12b70f3634620" /><Relationship Type="http://schemas.openxmlformats.org/officeDocument/2006/relationships/slide" Target="/ppt/slides/slide1.xml" Id="Rc8b3e71185af47eb" /><Relationship Type="http://schemas.openxmlformats.org/officeDocument/2006/relationships/slide" Target="/ppt/slides/slide2.xml" Id="R0e0ef5e655644f54" /><Relationship Type="http://schemas.openxmlformats.org/officeDocument/2006/relationships/slide" Target="/ppt/slides/slide3.xml" Id="R637325be28bb4983" /><Relationship Type="http://schemas.openxmlformats.org/officeDocument/2006/relationships/slide" Target="/ppt/slides/slide4.xml" Id="Rdd05b74a309f46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dfe95b5a8841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7328f10794409b" /><Relationship Type="http://schemas.openxmlformats.org/officeDocument/2006/relationships/notesMaster" Target="/ppt/notesMasters/notesMaster1.xml" Id="R065dcb93300e4b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875791841642ee" /><Relationship Type="http://schemas.openxmlformats.org/officeDocument/2006/relationships/notesMaster" Target="/ppt/notesMasters/notesMaster1.xml" Id="Rd15bb1aaeaf444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8b01ce444a415a" /><Relationship Type="http://schemas.openxmlformats.org/officeDocument/2006/relationships/notesMaster" Target="/ppt/notesMasters/notesMaster1.xml" Id="Rf0abed5b6f2d4c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242a361a964230" /><Relationship Type="http://schemas.openxmlformats.org/officeDocument/2006/relationships/notesMaster" Target="/ppt/notesMasters/notesMaster1.xml" Id="R9cf0a5506e3449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Tính năng đề xuất cho bài tập SRS. Không biểu thị chức năng đã triển khai thực tế. Slide có ba vùng theo chiều dọc: tiêu đề ở trên, nội dung ở giữa, chân trang ở dưới. Nền #0B1739, chữ #FFFFFF, accent #FF9F43. Tỷ lệ tương phản tính theo công thức W3C: trắng/Navy 17.56:1, cam/Navy 8.61:1. Tham khảo https://www.w3.org/WAI/WCAG22/Understanding/contrast-minimum.html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phân vùng chức năng khớp mục 5 của báo cáo SRS. Các mã FR là yêu cầu đề xuất trong bài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minh họa. Giảng viên cấu hình điểm đạt theo khóa học, không đồng nhất điểm cuối khóa với điểm chuyên cần. Nhánh Chưa quay về ôn tập và làm lại rồi kiểm tra lại. Ba vùng: tiêu đề y=35–129, nội dung y=164–607, chân trang y=646–686. Tất cả nút và connector là đối tượng PowerPoint có thể chỉnh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bộ dữ liệu giả lập trong PTIT_Learning_DuLieu.xlsx, sheet SinhVien. COUNTIFS(D2:D201,"CNTT",F2:F201,"&lt;7") cho kết quả 70. Ctrl + Shift + L bật hoặc tắt AutoFilter, không tự điền điều kiện lọc. Tham khảo Microsoft Support https://support.microsoft.com/en-us/excel/get-started/filter-data-in-a-range-or-table-in-excel và https://support.microsoft.com/en-us/accessibility/excel/use-a-screen-reader-to-sort-or-filter-a-table-in-excel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0f6908783648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0adefd765d43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f82ec0b95c45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1ec9ea94674f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d88881033642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23bd408f94d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5E5562-2E26-4F65-8215-A4C7E995239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7032C6-C5ED-4937-AA7D-4C3448D73F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34A6A2-80A6-49F6-A086-37D74EDB87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AEBE7C-9BC5-48D8-B096-29AF38CA82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A1A983-CBEC-499C-B5DB-9C8A6373A2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296A1C-A0F6-4B16-89F1-2981E1B7A7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D9D442-668F-4305-8201-2683734E9B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EA9ED3-47E0-41D4-8CDE-FCD451E76E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895F44-ED05-4B00-9F46-A22EE220A7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0E92F1-8420-4C7E-BDF2-E3D8DC581F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4249af337c432b" /><Relationship Type="http://schemas.openxmlformats.org/officeDocument/2006/relationships/slideLayout" Target="/ppt/slideLayouts/slideLayout1.xml" Id="R8e557400ee5b4c18" /><Relationship Type="http://schemas.openxmlformats.org/officeDocument/2006/relationships/slideLayout" Target="/ppt/slideLayouts/slideLayout2.xml" Id="Rbd15d625d5744a0d" /><Relationship Type="http://schemas.openxmlformats.org/officeDocument/2006/relationships/slideLayout" Target="/ppt/slideLayouts/slideLayout3.xml" Id="R1556ea751899404a" /><Relationship Type="http://schemas.openxmlformats.org/officeDocument/2006/relationships/slideLayout" Target="/ppt/slideLayouts/slideLayout4.xml" Id="R359e1722fe164fee" /><Relationship Type="http://schemas.openxmlformats.org/officeDocument/2006/relationships/slideLayout" Target="/ppt/slideLayouts/slideLayout5.xml" Id="R718a820178154035" /><Relationship Type="http://schemas.openxmlformats.org/officeDocument/2006/relationships/slideLayout" Target="/ppt/slideLayouts/slideLayout6.xml" Id="R90264b669dbd4d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557400ee5b4c18"/>
    <p:sldLayoutId xmlns:r="http://schemas.openxmlformats.org/officeDocument/2006/relationships" id="2147483650" r:id="Rbd15d625d5744a0d"/>
    <p:sldLayoutId xmlns:r="http://schemas.openxmlformats.org/officeDocument/2006/relationships" id="2147483651" r:id="R1556ea751899404a"/>
    <p:sldLayoutId xmlns:r="http://schemas.openxmlformats.org/officeDocument/2006/relationships" id="2147483652" r:id="R359e1722fe164fee"/>
    <p:sldLayoutId xmlns:r="http://schemas.openxmlformats.org/officeDocument/2006/relationships" id="2147483653" r:id="R718a820178154035"/>
    <p:sldLayoutId xmlns:r="http://schemas.openxmlformats.org/officeDocument/2006/relationships" id="2147483654" r:id="R90264b669dbd4d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4581762a30460c" /><Relationship Type="http://schemas.openxmlformats.org/officeDocument/2006/relationships/notesSlide" Target="/ppt/notesSlides/notesSlide1.xml" Id="R70d20a375d7242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d60fe6563642f4" /><Relationship Type="http://schemas.openxmlformats.org/officeDocument/2006/relationships/notesSlide" Target="/ppt/notesSlides/notesSlide2.xml" Id="Rcdbdda70b8804f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89c97caa6e4054" /><Relationship Type="http://schemas.openxmlformats.org/officeDocument/2006/relationships/notesSlide" Target="/ppt/notesSlides/notesSlide3.xml" Id="R6242f02d0a444f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f5e316be4e42fb" /><Relationship Type="http://schemas.openxmlformats.org/officeDocument/2006/relationships/notesSlide" Target="/ppt/notesSlides/notesSlide4.xml" Id="Rbb175a7e1bf7486b" /></Relationships>
</file>

<file path=ppt/slides/slide1.xml><?xml version="1.0" encoding="utf-8"?>
<p:sld xmlns:p="http://schemas.openxmlformats.org/presentationml/2006/main">
  <p:cSld>
    <p:bg>
      <p:bgPr>
        <a:solidFill xmlns:a="http://schemas.openxmlformats.org/drawingml/2006/main">
          <a:srgbClr val="0B1739"/>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DEC072B-D418-4565-AAB8-C4F994201B10}"/>
              </a:ext>
            </a:extLst>
          </p:cNvPr>
          <p:cNvSpPr>
            <a:spLocks xmlns:a="http://schemas.openxmlformats.org/drawingml/2006/main" noGrp="1"/>
          </p:cNvSpPr>
          <p:nvPr/>
        </p:nvSpPr>
        <p:spPr>
          <a:xfrm xmlns:a="http://schemas.openxmlformats.org/drawingml/2006/main">
            <a:off x="609600" y="333375"/>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450" b="1">
                <a:solidFill>
                  <a:srgbClr val="FFFFFF"/>
                </a:solidFill>
                <a:latin typeface="DejaVu Sans"/>
                <a:ea typeface="DejaVu Sans"/>
                <a:cs typeface="DejaVu Sans"/>
              </a:defRPr>
            </a:defPPr>
            <a:lvl1pPr algn="l">
              <a:defRPr sz="3450" b="1">
                <a:solidFill>
                  <a:srgbClr val="FFFFFF"/>
                </a:solidFill>
                <a:latin typeface="DejaVu Sans"/>
                <a:ea typeface="DejaVu Sans"/>
                <a:cs typeface="DejaVu Sans"/>
              </a:defRPr>
            </a:lvl1pPr>
            <a:lvl2pPr algn="l">
              <a:defRPr sz="3450" b="1">
                <a:solidFill>
                  <a:srgbClr val="FFFFFF"/>
                </a:solidFill>
                <a:latin typeface="DejaVu Sans"/>
                <a:ea typeface="DejaVu Sans"/>
                <a:cs typeface="DejaVu Sans"/>
              </a:defRPr>
            </a:lvl2pPr>
            <a:lvl3pPr algn="l">
              <a:defRPr sz="3450" b="1">
                <a:solidFill>
                  <a:srgbClr val="FFFFFF"/>
                </a:solidFill>
                <a:latin typeface="DejaVu Sans"/>
                <a:ea typeface="DejaVu Sans"/>
                <a:cs typeface="DejaVu Sans"/>
              </a:defRPr>
            </a:lvl3pPr>
            <a:lvl4pPr algn="l">
              <a:defRPr sz="3450" b="1">
                <a:solidFill>
                  <a:srgbClr val="FFFFFF"/>
                </a:solidFill>
                <a:latin typeface="DejaVu Sans"/>
                <a:ea typeface="DejaVu Sans"/>
                <a:cs typeface="DejaVu Sans"/>
              </a:defRPr>
            </a:lvl4pPr>
            <a:lvl5pPr algn="l">
              <a:defRPr sz="3450" b="1">
                <a:solidFill>
                  <a:srgbClr val="FFFFFF"/>
                </a:solidFill>
                <a:latin typeface="DejaVu Sans"/>
                <a:ea typeface="DejaVu Sans"/>
                <a:cs typeface="DejaVu Sans"/>
              </a:defRPr>
            </a:lvl5pPr>
            <a:lvl6pPr algn="l">
              <a:defRPr sz="3450" b="1">
                <a:solidFill>
                  <a:srgbClr val="FFFFFF"/>
                </a:solidFill>
                <a:latin typeface="DejaVu Sans"/>
                <a:ea typeface="DejaVu Sans"/>
                <a:cs typeface="DejaVu Sans"/>
              </a:defRPr>
            </a:lvl6pPr>
            <a:lvl7pPr algn="l">
              <a:defRPr sz="3450" b="1">
                <a:solidFill>
                  <a:srgbClr val="FFFFFF"/>
                </a:solidFill>
                <a:latin typeface="DejaVu Sans"/>
                <a:ea typeface="DejaVu Sans"/>
                <a:cs typeface="DejaVu Sans"/>
              </a:defRPr>
            </a:lvl7pPr>
            <a:lvl8pPr algn="l">
              <a:defRPr sz="3450" b="1">
                <a:solidFill>
                  <a:srgbClr val="FFFFFF"/>
                </a:solidFill>
                <a:latin typeface="DejaVu Sans"/>
                <a:ea typeface="DejaVu Sans"/>
                <a:cs typeface="DejaVu Sans"/>
              </a:defRPr>
            </a:lvl8pPr>
            <a:lvl9pPr algn="l">
              <a:defRPr sz="3450" b="1">
                <a:solidFill>
                  <a:srgbClr val="FFFFFF"/>
                </a:solidFill>
                <a:latin typeface="DejaVu Sans"/>
                <a:ea typeface="DejaVu Sans"/>
                <a:cs typeface="DejaVu Sans"/>
              </a:defRPr>
            </a:lvl9pPr>
          </a:lstStyle>
          <a:p xmlns:a="http://schemas.openxmlformats.org/drawingml/2006/main">
            <a:pPr algn="l">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Lớp học ảo PTIT-Learning</a:t>
            </a:r>
          </a:p>
        </p:txBody>
      </p:sp>
      <p:sp>
        <p:nvSpPr>
          <p:cNvPr id="2" name="footer">
            <a:extLst xmlns:a="http://schemas.openxmlformats.org/drawingml/2006/main">
              <a:ext uri="{FF2B5EF4-FFF2-40B4-BE49-F238E27FC236}">
                <a16:creationId xmlns:a16="http://schemas.microsoft.com/office/drawing/2014/main" id="{D1053516-F4C3-4232-B592-FD1E60C8DE9F}"/>
              </a:ext>
            </a:extLst>
          </p:cNvPr>
          <p:cNvSpPr>
            <a:spLocks xmlns:a="http://schemas.openxmlformats.org/drawingml/2006/main" noGrp="1"/>
          </p:cNvSpPr>
          <p:nvPr/>
        </p:nvSpPr>
        <p:spPr>
          <a:xfrm xmlns:a="http://schemas.openxmlformats.org/drawingml/2006/main">
            <a:off x="609600" y="61531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FFFFFF"/>
                </a:solidFill>
                <a:latin typeface="DejaVu Sans"/>
                <a:ea typeface="DejaVu Sans"/>
                <a:cs typeface="DejaVu Sans"/>
              </a:defRPr>
            </a:defPPr>
            <a:lvl1pPr algn="l">
              <a:defRPr sz="1575" b="0">
                <a:solidFill>
                  <a:srgbClr val="FFFFFF"/>
                </a:solidFill>
                <a:latin typeface="DejaVu Sans"/>
                <a:ea typeface="DejaVu Sans"/>
                <a:cs typeface="DejaVu Sans"/>
              </a:defRPr>
            </a:lvl1pPr>
            <a:lvl2pPr algn="l">
              <a:defRPr sz="1575" b="0">
                <a:solidFill>
                  <a:srgbClr val="FFFFFF"/>
                </a:solidFill>
                <a:latin typeface="DejaVu Sans"/>
                <a:ea typeface="DejaVu Sans"/>
                <a:cs typeface="DejaVu Sans"/>
              </a:defRPr>
            </a:lvl2pPr>
            <a:lvl3pPr algn="l">
              <a:defRPr sz="1575" b="0">
                <a:solidFill>
                  <a:srgbClr val="FFFFFF"/>
                </a:solidFill>
                <a:latin typeface="DejaVu Sans"/>
                <a:ea typeface="DejaVu Sans"/>
                <a:cs typeface="DejaVu Sans"/>
              </a:defRPr>
            </a:lvl3pPr>
            <a:lvl4pPr algn="l">
              <a:defRPr sz="1575" b="0">
                <a:solidFill>
                  <a:srgbClr val="FFFFFF"/>
                </a:solidFill>
                <a:latin typeface="DejaVu Sans"/>
                <a:ea typeface="DejaVu Sans"/>
                <a:cs typeface="DejaVu Sans"/>
              </a:defRPr>
            </a:lvl4pPr>
            <a:lvl5pPr algn="l">
              <a:defRPr sz="1575" b="0">
                <a:solidFill>
                  <a:srgbClr val="FFFFFF"/>
                </a:solidFill>
                <a:latin typeface="DejaVu Sans"/>
                <a:ea typeface="DejaVu Sans"/>
                <a:cs typeface="DejaVu Sans"/>
              </a:defRPr>
            </a:lvl5pPr>
            <a:lvl6pPr algn="l">
              <a:defRPr sz="1575" b="0">
                <a:solidFill>
                  <a:srgbClr val="FFFFFF"/>
                </a:solidFill>
                <a:latin typeface="DejaVu Sans"/>
                <a:ea typeface="DejaVu Sans"/>
                <a:cs typeface="DejaVu Sans"/>
              </a:defRPr>
            </a:lvl6pPr>
            <a:lvl7pPr algn="l">
              <a:defRPr sz="1575" b="0">
                <a:solidFill>
                  <a:srgbClr val="FFFFFF"/>
                </a:solidFill>
                <a:latin typeface="DejaVu Sans"/>
                <a:ea typeface="DejaVu Sans"/>
                <a:cs typeface="DejaVu Sans"/>
              </a:defRPr>
            </a:lvl7pPr>
            <a:lvl8pPr algn="l">
              <a:defRPr sz="1575" b="0">
                <a:solidFill>
                  <a:srgbClr val="FFFFFF"/>
                </a:solidFill>
                <a:latin typeface="DejaVu Sans"/>
                <a:ea typeface="DejaVu Sans"/>
                <a:cs typeface="DejaVu Sans"/>
              </a:defRPr>
            </a:lvl8pPr>
            <a:lvl9pPr algn="l">
              <a:defRPr sz="1575" b="0">
                <a:solidFill>
                  <a:srgbClr val="FFFFFF"/>
                </a:solidFill>
                <a:latin typeface="DejaVu Sans"/>
                <a:ea typeface="DejaVu Sans"/>
                <a:cs typeface="DejaVu Sans"/>
              </a:defRPr>
            </a:lvl9pPr>
          </a:lstStyle>
          <a:p xmlns:a="http://schemas.openxmlformats.org/drawingml/2006/main">
            <a:pPr algn="l">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PTIT-Learning     Học trực tuyến</a:t>
            </a:r>
          </a:p>
        </p:txBody>
      </p:sp>
      <p:sp>
        <p:nvSpPr>
          <p:cNvPr id="3" name="page">
            <a:extLst xmlns:a="http://schemas.openxmlformats.org/drawingml/2006/main">
              <a:ext uri="{FF2B5EF4-FFF2-40B4-BE49-F238E27FC236}">
                <a16:creationId xmlns:a16="http://schemas.microsoft.com/office/drawing/2014/main" id="{480346E1-7878-4627-84FA-C6FDCA92FDFD}"/>
              </a:ext>
            </a:extLst>
          </p:cNvPr>
          <p:cNvSpPr>
            <a:spLocks xmlns:a="http://schemas.openxmlformats.org/drawingml/2006/main" noGrp="1"/>
          </p:cNvSpPr>
          <p:nvPr/>
        </p:nvSpPr>
        <p:spPr>
          <a:xfrm xmlns:a="http://schemas.openxmlformats.org/drawingml/2006/main">
            <a:off x="10877550" y="6153150"/>
            <a:ext cx="70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725" b="1">
                <a:solidFill>
                  <a:srgbClr val="FF9F43"/>
                </a:solidFill>
                <a:latin typeface="DejaVu Sans"/>
                <a:ea typeface="DejaVu Sans"/>
                <a:cs typeface="DejaVu Sans"/>
              </a:defRPr>
            </a:defPPr>
            <a:lvl1pPr algn="r">
              <a:defRPr sz="1725" b="1">
                <a:solidFill>
                  <a:srgbClr val="FF9F43"/>
                </a:solidFill>
                <a:latin typeface="DejaVu Sans"/>
                <a:ea typeface="DejaVu Sans"/>
                <a:cs typeface="DejaVu Sans"/>
              </a:defRPr>
            </a:lvl1pPr>
            <a:lvl2pPr algn="r">
              <a:defRPr sz="1725" b="1">
                <a:solidFill>
                  <a:srgbClr val="FF9F43"/>
                </a:solidFill>
                <a:latin typeface="DejaVu Sans"/>
                <a:ea typeface="DejaVu Sans"/>
                <a:cs typeface="DejaVu Sans"/>
              </a:defRPr>
            </a:lvl2pPr>
            <a:lvl3pPr algn="r">
              <a:defRPr sz="1725" b="1">
                <a:solidFill>
                  <a:srgbClr val="FF9F43"/>
                </a:solidFill>
                <a:latin typeface="DejaVu Sans"/>
                <a:ea typeface="DejaVu Sans"/>
                <a:cs typeface="DejaVu Sans"/>
              </a:defRPr>
            </a:lvl3pPr>
            <a:lvl4pPr algn="r">
              <a:defRPr sz="1725" b="1">
                <a:solidFill>
                  <a:srgbClr val="FF9F43"/>
                </a:solidFill>
                <a:latin typeface="DejaVu Sans"/>
                <a:ea typeface="DejaVu Sans"/>
                <a:cs typeface="DejaVu Sans"/>
              </a:defRPr>
            </a:lvl4pPr>
            <a:lvl5pPr algn="r">
              <a:defRPr sz="1725" b="1">
                <a:solidFill>
                  <a:srgbClr val="FF9F43"/>
                </a:solidFill>
                <a:latin typeface="DejaVu Sans"/>
                <a:ea typeface="DejaVu Sans"/>
                <a:cs typeface="DejaVu Sans"/>
              </a:defRPr>
            </a:lvl5pPr>
            <a:lvl6pPr algn="r">
              <a:defRPr sz="1725" b="1">
                <a:solidFill>
                  <a:srgbClr val="FF9F43"/>
                </a:solidFill>
                <a:latin typeface="DejaVu Sans"/>
                <a:ea typeface="DejaVu Sans"/>
                <a:cs typeface="DejaVu Sans"/>
              </a:defRPr>
            </a:lvl6pPr>
            <a:lvl7pPr algn="r">
              <a:defRPr sz="1725" b="1">
                <a:solidFill>
                  <a:srgbClr val="FF9F43"/>
                </a:solidFill>
                <a:latin typeface="DejaVu Sans"/>
                <a:ea typeface="DejaVu Sans"/>
                <a:cs typeface="DejaVu Sans"/>
              </a:defRPr>
            </a:lvl7pPr>
            <a:lvl8pPr algn="r">
              <a:defRPr sz="1725" b="1">
                <a:solidFill>
                  <a:srgbClr val="FF9F43"/>
                </a:solidFill>
                <a:latin typeface="DejaVu Sans"/>
                <a:ea typeface="DejaVu Sans"/>
                <a:cs typeface="DejaVu Sans"/>
              </a:defRPr>
            </a:lvl8pPr>
            <a:lvl9pPr algn="r">
              <a:defRPr sz="1725" b="1">
                <a:solidFill>
                  <a:srgbClr val="FF9F43"/>
                </a:solidFill>
                <a:latin typeface="DejaVu Sans"/>
                <a:ea typeface="DejaVu Sans"/>
                <a:cs typeface="DejaVu Sans"/>
              </a:defRPr>
            </a:lvl9pPr>
          </a:lstStyle>
          <a:p xmlns:a="http://schemas.openxmlformats.org/drawingml/2006/main">
            <a:pPr algn="r">
              <a:defRPr sz="1725" b="1">
                <a:solidFill>
                  <a:srgbClr val="FF9F43"/>
                </a:solidFill>
                <a:latin typeface="DejaVu Sans"/>
                <a:ea typeface="DejaVu Sans"/>
                <a:cs typeface="DejaVu Sans"/>
              </a:defRPr>
            </a:pPr>
            <a:r>
              <a:rPr sz="1725" b="1">
                <a:solidFill>
                  <a:srgbClr val="FF9F43"/>
                </a:solidFill>
                <a:latin typeface="DejaVu Sans"/>
                <a:ea typeface="DejaVu Sans"/>
                <a:cs typeface="DejaVu Sans"/>
              </a:rPr>
              <a:t>01</a:t>
            </a:r>
          </a:p>
        </p:txBody>
      </p:sp>
      <p:sp>
        <p:nvSpPr>
          <p:cNvPr id="4" name="feature-lead">
            <a:extLst xmlns:a="http://schemas.openxmlformats.org/drawingml/2006/main">
              <a:ext uri="{FF2B5EF4-FFF2-40B4-BE49-F238E27FC236}">
                <a16:creationId xmlns:a16="http://schemas.microsoft.com/office/drawing/2014/main" id="{4E9250D7-B8F6-43E5-B0F7-0F21E54F5C00}"/>
              </a:ext>
            </a:extLst>
          </p:cNvPr>
          <p:cNvSpPr>
            <a:spLocks xmlns:a="http://schemas.openxmlformats.org/drawingml/2006/main" noGrp="1"/>
          </p:cNvSpPr>
          <p:nvPr/>
        </p:nvSpPr>
        <p:spPr>
          <a:xfrm xmlns:a="http://schemas.openxmlformats.org/drawingml/2006/main">
            <a:off x="609600" y="1695450"/>
            <a:ext cx="8763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275" b="1">
                <a:solidFill>
                  <a:srgbClr val="FFFFFF"/>
                </a:solidFill>
                <a:latin typeface="DejaVu Sans"/>
                <a:ea typeface="DejaVu Sans"/>
                <a:cs typeface="DejaVu Sans"/>
              </a:defRPr>
            </a:defPPr>
            <a:lvl1pPr algn="l">
              <a:defRPr sz="4275" b="1">
                <a:solidFill>
                  <a:srgbClr val="FFFFFF"/>
                </a:solidFill>
                <a:latin typeface="DejaVu Sans"/>
                <a:ea typeface="DejaVu Sans"/>
                <a:cs typeface="DejaVu Sans"/>
              </a:defRPr>
            </a:lvl1pPr>
            <a:lvl2pPr algn="l">
              <a:defRPr sz="4275" b="1">
                <a:solidFill>
                  <a:srgbClr val="FFFFFF"/>
                </a:solidFill>
                <a:latin typeface="DejaVu Sans"/>
                <a:ea typeface="DejaVu Sans"/>
                <a:cs typeface="DejaVu Sans"/>
              </a:defRPr>
            </a:lvl2pPr>
            <a:lvl3pPr algn="l">
              <a:defRPr sz="4275" b="1">
                <a:solidFill>
                  <a:srgbClr val="FFFFFF"/>
                </a:solidFill>
                <a:latin typeface="DejaVu Sans"/>
                <a:ea typeface="DejaVu Sans"/>
                <a:cs typeface="DejaVu Sans"/>
              </a:defRPr>
            </a:lvl3pPr>
            <a:lvl4pPr algn="l">
              <a:defRPr sz="4275" b="1">
                <a:solidFill>
                  <a:srgbClr val="FFFFFF"/>
                </a:solidFill>
                <a:latin typeface="DejaVu Sans"/>
                <a:ea typeface="DejaVu Sans"/>
                <a:cs typeface="DejaVu Sans"/>
              </a:defRPr>
            </a:lvl4pPr>
            <a:lvl5pPr algn="l">
              <a:defRPr sz="4275" b="1">
                <a:solidFill>
                  <a:srgbClr val="FFFFFF"/>
                </a:solidFill>
                <a:latin typeface="DejaVu Sans"/>
                <a:ea typeface="DejaVu Sans"/>
                <a:cs typeface="DejaVu Sans"/>
              </a:defRPr>
            </a:lvl5pPr>
            <a:lvl6pPr algn="l">
              <a:defRPr sz="4275" b="1">
                <a:solidFill>
                  <a:srgbClr val="FFFFFF"/>
                </a:solidFill>
                <a:latin typeface="DejaVu Sans"/>
                <a:ea typeface="DejaVu Sans"/>
                <a:cs typeface="DejaVu Sans"/>
              </a:defRPr>
            </a:lvl6pPr>
            <a:lvl7pPr algn="l">
              <a:defRPr sz="4275" b="1">
                <a:solidFill>
                  <a:srgbClr val="FFFFFF"/>
                </a:solidFill>
                <a:latin typeface="DejaVu Sans"/>
                <a:ea typeface="DejaVu Sans"/>
                <a:cs typeface="DejaVu Sans"/>
              </a:defRPr>
            </a:lvl7pPr>
            <a:lvl8pPr algn="l">
              <a:defRPr sz="4275" b="1">
                <a:solidFill>
                  <a:srgbClr val="FFFFFF"/>
                </a:solidFill>
                <a:latin typeface="DejaVu Sans"/>
                <a:ea typeface="DejaVu Sans"/>
                <a:cs typeface="DejaVu Sans"/>
              </a:defRPr>
            </a:lvl8pPr>
            <a:lvl9pPr algn="l">
              <a:defRPr sz="4275" b="1">
                <a:solidFill>
                  <a:srgbClr val="FFFFFF"/>
                </a:solidFill>
                <a:latin typeface="DejaVu Sans"/>
                <a:ea typeface="DejaVu Sans"/>
                <a:cs typeface="DejaVu Sans"/>
              </a:defRPr>
            </a:lvl9pPr>
          </a:lstStyle>
          <a:p xmlns:a="http://schemas.openxmlformats.org/drawingml/2006/main">
            <a:pPr algn="l">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Một buổi học</a:t>
            </a:r>
          </a:p>
          <a:p xmlns:a="http://schemas.openxmlformats.org/drawingml/2006/main">
            <a:pPr algn="l">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trong cùng một không gian</a:t>
            </a:r>
          </a:p>
        </p:txBody>
      </p:sp>
      <p:sp>
        <p:nvSpPr>
          <p:cNvPr id="5" name="feature-focus">
            <a:extLst xmlns:a="http://schemas.openxmlformats.org/drawingml/2006/main">
              <a:ext uri="{FF2B5EF4-FFF2-40B4-BE49-F238E27FC236}">
                <a16:creationId xmlns:a16="http://schemas.microsoft.com/office/drawing/2014/main" id="{98F46E48-FB45-468B-B801-ED3BE9D7B8A1}"/>
              </a:ext>
            </a:extLst>
          </p:cNvPr>
          <p:cNvSpPr>
            <a:spLocks xmlns:a="http://schemas.openxmlformats.org/drawingml/2006/main" noGrp="1"/>
          </p:cNvSpPr>
          <p:nvPr/>
        </p:nvSpPr>
        <p:spPr>
          <a:xfrm xmlns:a="http://schemas.openxmlformats.org/drawingml/2006/main">
            <a:off x="609600" y="35242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FF9F43"/>
                </a:solidFill>
                <a:latin typeface="DejaVu Sans"/>
                <a:ea typeface="DejaVu Sans"/>
                <a:cs typeface="DejaVu Sans"/>
              </a:defRPr>
            </a:defPPr>
            <a:lvl1pPr algn="l">
              <a:defRPr sz="2400" b="1">
                <a:solidFill>
                  <a:srgbClr val="FF9F43"/>
                </a:solidFill>
                <a:latin typeface="DejaVu Sans"/>
                <a:ea typeface="DejaVu Sans"/>
                <a:cs typeface="DejaVu Sans"/>
              </a:defRPr>
            </a:lvl1pPr>
            <a:lvl2pPr algn="l">
              <a:defRPr sz="2400" b="1">
                <a:solidFill>
                  <a:srgbClr val="FF9F43"/>
                </a:solidFill>
                <a:latin typeface="DejaVu Sans"/>
                <a:ea typeface="DejaVu Sans"/>
                <a:cs typeface="DejaVu Sans"/>
              </a:defRPr>
            </a:lvl2pPr>
            <a:lvl3pPr algn="l">
              <a:defRPr sz="2400" b="1">
                <a:solidFill>
                  <a:srgbClr val="FF9F43"/>
                </a:solidFill>
                <a:latin typeface="DejaVu Sans"/>
                <a:ea typeface="DejaVu Sans"/>
                <a:cs typeface="DejaVu Sans"/>
              </a:defRPr>
            </a:lvl3pPr>
            <a:lvl4pPr algn="l">
              <a:defRPr sz="2400" b="1">
                <a:solidFill>
                  <a:srgbClr val="FF9F43"/>
                </a:solidFill>
                <a:latin typeface="DejaVu Sans"/>
                <a:ea typeface="DejaVu Sans"/>
                <a:cs typeface="DejaVu Sans"/>
              </a:defRPr>
            </a:lvl4pPr>
            <a:lvl5pPr algn="l">
              <a:defRPr sz="2400" b="1">
                <a:solidFill>
                  <a:srgbClr val="FF9F43"/>
                </a:solidFill>
                <a:latin typeface="DejaVu Sans"/>
                <a:ea typeface="DejaVu Sans"/>
                <a:cs typeface="DejaVu Sans"/>
              </a:defRPr>
            </a:lvl5pPr>
            <a:lvl6pPr algn="l">
              <a:defRPr sz="2400" b="1">
                <a:solidFill>
                  <a:srgbClr val="FF9F43"/>
                </a:solidFill>
                <a:latin typeface="DejaVu Sans"/>
                <a:ea typeface="DejaVu Sans"/>
                <a:cs typeface="DejaVu Sans"/>
              </a:defRPr>
            </a:lvl6pPr>
            <a:lvl7pPr algn="l">
              <a:defRPr sz="2400" b="1">
                <a:solidFill>
                  <a:srgbClr val="FF9F43"/>
                </a:solidFill>
                <a:latin typeface="DejaVu Sans"/>
                <a:ea typeface="DejaVu Sans"/>
                <a:cs typeface="DejaVu Sans"/>
              </a:defRPr>
            </a:lvl7pPr>
            <a:lvl8pPr algn="l">
              <a:defRPr sz="2400" b="1">
                <a:solidFill>
                  <a:srgbClr val="FF9F43"/>
                </a:solidFill>
                <a:latin typeface="DejaVu Sans"/>
                <a:ea typeface="DejaVu Sans"/>
                <a:cs typeface="DejaVu Sans"/>
              </a:defRPr>
            </a:lvl8pPr>
            <a:lvl9pPr algn="l">
              <a:defRPr sz="2400" b="1">
                <a:solidFill>
                  <a:srgbClr val="FF9F43"/>
                </a:solidFill>
                <a:latin typeface="DejaVu Sans"/>
                <a:ea typeface="DejaVu Sans"/>
                <a:cs typeface="DejaVu Sans"/>
              </a:defRPr>
            </a:lvl9pPr>
          </a:lstStyle>
          <a:p xmlns:a="http://schemas.openxmlformats.org/drawingml/2006/main">
            <a:pPr algn="l">
              <a:defRPr sz="2400" b="1">
                <a:solidFill>
                  <a:srgbClr val="FF9F43"/>
                </a:solidFill>
                <a:latin typeface="DejaVu Sans"/>
                <a:ea typeface="DejaVu Sans"/>
                <a:cs typeface="DejaVu Sans"/>
              </a:defRPr>
            </a:pPr>
            <a:r>
              <a:rPr sz="2400" b="1">
                <a:solidFill>
                  <a:srgbClr val="FF9F43"/>
                </a:solidFill>
                <a:latin typeface="DejaVu Sans"/>
                <a:ea typeface="DejaVu Sans"/>
                <a:cs typeface="DejaVu Sans"/>
              </a:rPr>
              <a:t>Video trực tiếp và chia sẻ màn hình</a:t>
            </a:r>
          </a:p>
        </p:txBody>
      </p:sp>
      <p:sp>
        <p:nvSpPr>
          <p:cNvPr id="6" name="feature-support">
            <a:extLst xmlns:a="http://schemas.openxmlformats.org/drawingml/2006/main">
              <a:ext uri="{FF2B5EF4-FFF2-40B4-BE49-F238E27FC236}">
                <a16:creationId xmlns:a16="http://schemas.microsoft.com/office/drawing/2014/main" id="{9EA76C1B-F920-47D2-8AAA-221356A90BB4}"/>
              </a:ext>
            </a:extLst>
          </p:cNvPr>
          <p:cNvSpPr>
            <a:spLocks xmlns:a="http://schemas.openxmlformats.org/drawingml/2006/main" noGrp="1"/>
          </p:cNvSpPr>
          <p:nvPr/>
        </p:nvSpPr>
        <p:spPr>
          <a:xfrm xmlns:a="http://schemas.openxmlformats.org/drawingml/2006/main">
            <a:off x="609600" y="4238625"/>
            <a:ext cx="10668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FFFFFF"/>
                </a:solidFill>
                <a:latin typeface="DejaVu Sans"/>
                <a:ea typeface="DejaVu Sans"/>
                <a:cs typeface="DejaVu Sans"/>
              </a:defRPr>
            </a:defPPr>
            <a:lvl1pPr algn="l">
              <a:defRPr sz="2250" b="0">
                <a:solidFill>
                  <a:srgbClr val="FFFFFF"/>
                </a:solidFill>
                <a:latin typeface="DejaVu Sans"/>
                <a:ea typeface="DejaVu Sans"/>
                <a:cs typeface="DejaVu Sans"/>
              </a:defRPr>
            </a:lvl1pPr>
            <a:lvl2pPr algn="l">
              <a:defRPr sz="2250" b="0">
                <a:solidFill>
                  <a:srgbClr val="FFFFFF"/>
                </a:solidFill>
                <a:latin typeface="DejaVu Sans"/>
                <a:ea typeface="DejaVu Sans"/>
                <a:cs typeface="DejaVu Sans"/>
              </a:defRPr>
            </a:lvl2pPr>
            <a:lvl3pPr algn="l">
              <a:defRPr sz="2250" b="0">
                <a:solidFill>
                  <a:srgbClr val="FFFFFF"/>
                </a:solidFill>
                <a:latin typeface="DejaVu Sans"/>
                <a:ea typeface="DejaVu Sans"/>
                <a:cs typeface="DejaVu Sans"/>
              </a:defRPr>
            </a:lvl3pPr>
            <a:lvl4pPr algn="l">
              <a:defRPr sz="2250" b="0">
                <a:solidFill>
                  <a:srgbClr val="FFFFFF"/>
                </a:solidFill>
                <a:latin typeface="DejaVu Sans"/>
                <a:ea typeface="DejaVu Sans"/>
                <a:cs typeface="DejaVu Sans"/>
              </a:defRPr>
            </a:lvl4pPr>
            <a:lvl5pPr algn="l">
              <a:defRPr sz="2250" b="0">
                <a:solidFill>
                  <a:srgbClr val="FFFFFF"/>
                </a:solidFill>
                <a:latin typeface="DejaVu Sans"/>
                <a:ea typeface="DejaVu Sans"/>
                <a:cs typeface="DejaVu Sans"/>
              </a:defRPr>
            </a:lvl5pPr>
            <a:lvl6pPr algn="l">
              <a:defRPr sz="2250" b="0">
                <a:solidFill>
                  <a:srgbClr val="FFFFFF"/>
                </a:solidFill>
                <a:latin typeface="DejaVu Sans"/>
                <a:ea typeface="DejaVu Sans"/>
                <a:cs typeface="DejaVu Sans"/>
              </a:defRPr>
            </a:lvl6pPr>
            <a:lvl7pPr algn="l">
              <a:defRPr sz="2250" b="0">
                <a:solidFill>
                  <a:srgbClr val="FFFFFF"/>
                </a:solidFill>
                <a:latin typeface="DejaVu Sans"/>
                <a:ea typeface="DejaVu Sans"/>
                <a:cs typeface="DejaVu Sans"/>
              </a:defRPr>
            </a:lvl7pPr>
            <a:lvl8pPr algn="l">
              <a:defRPr sz="2250" b="0">
                <a:solidFill>
                  <a:srgbClr val="FFFFFF"/>
                </a:solidFill>
                <a:latin typeface="DejaVu Sans"/>
                <a:ea typeface="DejaVu Sans"/>
                <a:cs typeface="DejaVu Sans"/>
              </a:defRPr>
            </a:lvl8pPr>
            <a:lvl9pPr algn="l">
              <a:defRPr sz="2250" b="0">
                <a:solidFill>
                  <a:srgbClr val="FFFFFF"/>
                </a:solidFill>
                <a:latin typeface="DejaVu Sans"/>
                <a:ea typeface="DejaVu Sans"/>
                <a:cs typeface="DejaVu Sans"/>
              </a:defRPr>
            </a:lvl9pPr>
          </a:lstStyle>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Chat, tài liệu và bài tập theo lớp</a:t>
            </a:r>
          </a:p>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Theo dõi tham gia và tiến độ học tập</a:t>
            </a:r>
          </a:p>
        </p:txBody>
      </p:sp>
    </p:spTree>
    <p:extLst>
      <p:ext uri="{BB962C8B-B14F-4D97-AF65-F5344CB8AC3E}">
        <p14:creationId xmlns:p14="http://schemas.microsoft.com/office/powerpoint/2010/main" val="1299732675"/>
      </p:ext>
    </p:extLst>
  </p:cSld>
</p:sld>
</file>

<file path=ppt/slides/slide2.xml><?xml version="1.0" encoding="utf-8"?>
<p:sld xmlns:p="http://schemas.openxmlformats.org/presentationml/2006/main">
  <p:cSld>
    <p:bg>
      <p:bgPr>
        <a:solidFill xmlns:a="http://schemas.openxmlformats.org/drawingml/2006/main">
          <a:srgbClr val="0B1739"/>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AA9683-4CAA-4CE2-A8A3-29F7BF6C0BD2}"/>
              </a:ext>
            </a:extLst>
          </p:cNvPr>
          <p:cNvSpPr>
            <a:spLocks xmlns:a="http://schemas.openxmlformats.org/drawingml/2006/main" noGrp="1"/>
          </p:cNvSpPr>
          <p:nvPr/>
        </p:nvSpPr>
        <p:spPr>
          <a:xfrm xmlns:a="http://schemas.openxmlformats.org/drawingml/2006/main">
            <a:off x="609600" y="333375"/>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450" b="1">
                <a:solidFill>
                  <a:srgbClr val="FFFFFF"/>
                </a:solidFill>
                <a:latin typeface="DejaVu Sans"/>
                <a:ea typeface="DejaVu Sans"/>
                <a:cs typeface="DejaVu Sans"/>
              </a:defRPr>
            </a:defPPr>
            <a:lvl1pPr algn="l">
              <a:defRPr sz="3450" b="1">
                <a:solidFill>
                  <a:srgbClr val="FFFFFF"/>
                </a:solidFill>
                <a:latin typeface="DejaVu Sans"/>
                <a:ea typeface="DejaVu Sans"/>
                <a:cs typeface="DejaVu Sans"/>
              </a:defRPr>
            </a:lvl1pPr>
            <a:lvl2pPr algn="l">
              <a:defRPr sz="3450" b="1">
                <a:solidFill>
                  <a:srgbClr val="FFFFFF"/>
                </a:solidFill>
                <a:latin typeface="DejaVu Sans"/>
                <a:ea typeface="DejaVu Sans"/>
                <a:cs typeface="DejaVu Sans"/>
              </a:defRPr>
            </a:lvl2pPr>
            <a:lvl3pPr algn="l">
              <a:defRPr sz="3450" b="1">
                <a:solidFill>
                  <a:srgbClr val="FFFFFF"/>
                </a:solidFill>
                <a:latin typeface="DejaVu Sans"/>
                <a:ea typeface="DejaVu Sans"/>
                <a:cs typeface="DejaVu Sans"/>
              </a:defRPr>
            </a:lvl3pPr>
            <a:lvl4pPr algn="l">
              <a:defRPr sz="3450" b="1">
                <a:solidFill>
                  <a:srgbClr val="FFFFFF"/>
                </a:solidFill>
                <a:latin typeface="DejaVu Sans"/>
                <a:ea typeface="DejaVu Sans"/>
                <a:cs typeface="DejaVu Sans"/>
              </a:defRPr>
            </a:lvl4pPr>
            <a:lvl5pPr algn="l">
              <a:defRPr sz="3450" b="1">
                <a:solidFill>
                  <a:srgbClr val="FFFFFF"/>
                </a:solidFill>
                <a:latin typeface="DejaVu Sans"/>
                <a:ea typeface="DejaVu Sans"/>
                <a:cs typeface="DejaVu Sans"/>
              </a:defRPr>
            </a:lvl5pPr>
            <a:lvl6pPr algn="l">
              <a:defRPr sz="3450" b="1">
                <a:solidFill>
                  <a:srgbClr val="FFFFFF"/>
                </a:solidFill>
                <a:latin typeface="DejaVu Sans"/>
                <a:ea typeface="DejaVu Sans"/>
                <a:cs typeface="DejaVu Sans"/>
              </a:defRPr>
            </a:lvl6pPr>
            <a:lvl7pPr algn="l">
              <a:defRPr sz="3450" b="1">
                <a:solidFill>
                  <a:srgbClr val="FFFFFF"/>
                </a:solidFill>
                <a:latin typeface="DejaVu Sans"/>
                <a:ea typeface="DejaVu Sans"/>
                <a:cs typeface="DejaVu Sans"/>
              </a:defRPr>
            </a:lvl7pPr>
            <a:lvl8pPr algn="l">
              <a:defRPr sz="3450" b="1">
                <a:solidFill>
                  <a:srgbClr val="FFFFFF"/>
                </a:solidFill>
                <a:latin typeface="DejaVu Sans"/>
                <a:ea typeface="DejaVu Sans"/>
                <a:cs typeface="DejaVu Sans"/>
              </a:defRPr>
            </a:lvl8pPr>
            <a:lvl9pPr algn="l">
              <a:defRPr sz="3450" b="1">
                <a:solidFill>
                  <a:srgbClr val="FFFFFF"/>
                </a:solidFill>
                <a:latin typeface="DejaVu Sans"/>
                <a:ea typeface="DejaVu Sans"/>
                <a:cs typeface="DejaVu Sans"/>
              </a:defRPr>
            </a:lvl9pPr>
          </a:lstStyle>
          <a:p xmlns:a="http://schemas.openxmlformats.org/drawingml/2006/main">
            <a:pPr algn="l">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Các nhóm chức năng</a:t>
            </a:r>
          </a:p>
        </p:txBody>
      </p:sp>
      <p:sp>
        <p:nvSpPr>
          <p:cNvPr id="2" name="footer">
            <a:extLst xmlns:a="http://schemas.openxmlformats.org/drawingml/2006/main">
              <a:ext uri="{FF2B5EF4-FFF2-40B4-BE49-F238E27FC236}">
                <a16:creationId xmlns:a16="http://schemas.microsoft.com/office/drawing/2014/main" id="{C93C3703-371D-4D1D-B9B4-76862FFF65E7}"/>
              </a:ext>
            </a:extLst>
          </p:cNvPr>
          <p:cNvSpPr>
            <a:spLocks xmlns:a="http://schemas.openxmlformats.org/drawingml/2006/main" noGrp="1"/>
          </p:cNvSpPr>
          <p:nvPr/>
        </p:nvSpPr>
        <p:spPr>
          <a:xfrm xmlns:a="http://schemas.openxmlformats.org/drawingml/2006/main">
            <a:off x="609600" y="61531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FFFFFF"/>
                </a:solidFill>
                <a:latin typeface="DejaVu Sans"/>
                <a:ea typeface="DejaVu Sans"/>
                <a:cs typeface="DejaVu Sans"/>
              </a:defRPr>
            </a:defPPr>
            <a:lvl1pPr algn="l">
              <a:defRPr sz="1575" b="0">
                <a:solidFill>
                  <a:srgbClr val="FFFFFF"/>
                </a:solidFill>
                <a:latin typeface="DejaVu Sans"/>
                <a:ea typeface="DejaVu Sans"/>
                <a:cs typeface="DejaVu Sans"/>
              </a:defRPr>
            </a:lvl1pPr>
            <a:lvl2pPr algn="l">
              <a:defRPr sz="1575" b="0">
                <a:solidFill>
                  <a:srgbClr val="FFFFFF"/>
                </a:solidFill>
                <a:latin typeface="DejaVu Sans"/>
                <a:ea typeface="DejaVu Sans"/>
                <a:cs typeface="DejaVu Sans"/>
              </a:defRPr>
            </a:lvl2pPr>
            <a:lvl3pPr algn="l">
              <a:defRPr sz="1575" b="0">
                <a:solidFill>
                  <a:srgbClr val="FFFFFF"/>
                </a:solidFill>
                <a:latin typeface="DejaVu Sans"/>
                <a:ea typeface="DejaVu Sans"/>
                <a:cs typeface="DejaVu Sans"/>
              </a:defRPr>
            </a:lvl3pPr>
            <a:lvl4pPr algn="l">
              <a:defRPr sz="1575" b="0">
                <a:solidFill>
                  <a:srgbClr val="FFFFFF"/>
                </a:solidFill>
                <a:latin typeface="DejaVu Sans"/>
                <a:ea typeface="DejaVu Sans"/>
                <a:cs typeface="DejaVu Sans"/>
              </a:defRPr>
            </a:lvl4pPr>
            <a:lvl5pPr algn="l">
              <a:defRPr sz="1575" b="0">
                <a:solidFill>
                  <a:srgbClr val="FFFFFF"/>
                </a:solidFill>
                <a:latin typeface="DejaVu Sans"/>
                <a:ea typeface="DejaVu Sans"/>
                <a:cs typeface="DejaVu Sans"/>
              </a:defRPr>
            </a:lvl5pPr>
            <a:lvl6pPr algn="l">
              <a:defRPr sz="1575" b="0">
                <a:solidFill>
                  <a:srgbClr val="FFFFFF"/>
                </a:solidFill>
                <a:latin typeface="DejaVu Sans"/>
                <a:ea typeface="DejaVu Sans"/>
                <a:cs typeface="DejaVu Sans"/>
              </a:defRPr>
            </a:lvl6pPr>
            <a:lvl7pPr algn="l">
              <a:defRPr sz="1575" b="0">
                <a:solidFill>
                  <a:srgbClr val="FFFFFF"/>
                </a:solidFill>
                <a:latin typeface="DejaVu Sans"/>
                <a:ea typeface="DejaVu Sans"/>
                <a:cs typeface="DejaVu Sans"/>
              </a:defRPr>
            </a:lvl7pPr>
            <a:lvl8pPr algn="l">
              <a:defRPr sz="1575" b="0">
                <a:solidFill>
                  <a:srgbClr val="FFFFFF"/>
                </a:solidFill>
                <a:latin typeface="DejaVu Sans"/>
                <a:ea typeface="DejaVu Sans"/>
                <a:cs typeface="DejaVu Sans"/>
              </a:defRPr>
            </a:lvl8pPr>
            <a:lvl9pPr algn="l">
              <a:defRPr sz="1575" b="0">
                <a:solidFill>
                  <a:srgbClr val="FFFFFF"/>
                </a:solidFill>
                <a:latin typeface="DejaVu Sans"/>
                <a:ea typeface="DejaVu Sans"/>
                <a:cs typeface="DejaVu Sans"/>
              </a:defRPr>
            </a:lvl9pPr>
          </a:lstStyle>
          <a:p xmlns:a="http://schemas.openxmlformats.org/drawingml/2006/main">
            <a:pPr algn="l">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SRS     Phân vùng Functional Requirements</a:t>
            </a:r>
          </a:p>
        </p:txBody>
      </p:sp>
      <p:sp>
        <p:nvSpPr>
          <p:cNvPr id="3" name="page">
            <a:extLst xmlns:a="http://schemas.openxmlformats.org/drawingml/2006/main">
              <a:ext uri="{FF2B5EF4-FFF2-40B4-BE49-F238E27FC236}">
                <a16:creationId xmlns:a16="http://schemas.microsoft.com/office/drawing/2014/main" id="{B33F9E71-20AD-4211-B352-4C7A949C7D70}"/>
              </a:ext>
            </a:extLst>
          </p:cNvPr>
          <p:cNvSpPr>
            <a:spLocks xmlns:a="http://schemas.openxmlformats.org/drawingml/2006/main" noGrp="1"/>
          </p:cNvSpPr>
          <p:nvPr/>
        </p:nvSpPr>
        <p:spPr>
          <a:xfrm xmlns:a="http://schemas.openxmlformats.org/drawingml/2006/main">
            <a:off x="10877550" y="6153150"/>
            <a:ext cx="70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725" b="1">
                <a:solidFill>
                  <a:srgbClr val="FF9F43"/>
                </a:solidFill>
                <a:latin typeface="DejaVu Sans"/>
                <a:ea typeface="DejaVu Sans"/>
                <a:cs typeface="DejaVu Sans"/>
              </a:defRPr>
            </a:defPPr>
            <a:lvl1pPr algn="r">
              <a:defRPr sz="1725" b="1">
                <a:solidFill>
                  <a:srgbClr val="FF9F43"/>
                </a:solidFill>
                <a:latin typeface="DejaVu Sans"/>
                <a:ea typeface="DejaVu Sans"/>
                <a:cs typeface="DejaVu Sans"/>
              </a:defRPr>
            </a:lvl1pPr>
            <a:lvl2pPr algn="r">
              <a:defRPr sz="1725" b="1">
                <a:solidFill>
                  <a:srgbClr val="FF9F43"/>
                </a:solidFill>
                <a:latin typeface="DejaVu Sans"/>
                <a:ea typeface="DejaVu Sans"/>
                <a:cs typeface="DejaVu Sans"/>
              </a:defRPr>
            </a:lvl2pPr>
            <a:lvl3pPr algn="r">
              <a:defRPr sz="1725" b="1">
                <a:solidFill>
                  <a:srgbClr val="FF9F43"/>
                </a:solidFill>
                <a:latin typeface="DejaVu Sans"/>
                <a:ea typeface="DejaVu Sans"/>
                <a:cs typeface="DejaVu Sans"/>
              </a:defRPr>
            </a:lvl3pPr>
            <a:lvl4pPr algn="r">
              <a:defRPr sz="1725" b="1">
                <a:solidFill>
                  <a:srgbClr val="FF9F43"/>
                </a:solidFill>
                <a:latin typeface="DejaVu Sans"/>
                <a:ea typeface="DejaVu Sans"/>
                <a:cs typeface="DejaVu Sans"/>
              </a:defRPr>
            </a:lvl4pPr>
            <a:lvl5pPr algn="r">
              <a:defRPr sz="1725" b="1">
                <a:solidFill>
                  <a:srgbClr val="FF9F43"/>
                </a:solidFill>
                <a:latin typeface="DejaVu Sans"/>
                <a:ea typeface="DejaVu Sans"/>
                <a:cs typeface="DejaVu Sans"/>
              </a:defRPr>
            </a:lvl5pPr>
            <a:lvl6pPr algn="r">
              <a:defRPr sz="1725" b="1">
                <a:solidFill>
                  <a:srgbClr val="FF9F43"/>
                </a:solidFill>
                <a:latin typeface="DejaVu Sans"/>
                <a:ea typeface="DejaVu Sans"/>
                <a:cs typeface="DejaVu Sans"/>
              </a:defRPr>
            </a:lvl6pPr>
            <a:lvl7pPr algn="r">
              <a:defRPr sz="1725" b="1">
                <a:solidFill>
                  <a:srgbClr val="FF9F43"/>
                </a:solidFill>
                <a:latin typeface="DejaVu Sans"/>
                <a:ea typeface="DejaVu Sans"/>
                <a:cs typeface="DejaVu Sans"/>
              </a:defRPr>
            </a:lvl7pPr>
            <a:lvl8pPr algn="r">
              <a:defRPr sz="1725" b="1">
                <a:solidFill>
                  <a:srgbClr val="FF9F43"/>
                </a:solidFill>
                <a:latin typeface="DejaVu Sans"/>
                <a:ea typeface="DejaVu Sans"/>
                <a:cs typeface="DejaVu Sans"/>
              </a:defRPr>
            </a:lvl8pPr>
            <a:lvl9pPr algn="r">
              <a:defRPr sz="1725" b="1">
                <a:solidFill>
                  <a:srgbClr val="FF9F43"/>
                </a:solidFill>
                <a:latin typeface="DejaVu Sans"/>
                <a:ea typeface="DejaVu Sans"/>
                <a:cs typeface="DejaVu Sans"/>
              </a:defRPr>
            </a:lvl9pPr>
          </a:lstStyle>
          <a:p xmlns:a="http://schemas.openxmlformats.org/drawingml/2006/main">
            <a:pPr algn="r">
              <a:defRPr sz="1725" b="1">
                <a:solidFill>
                  <a:srgbClr val="FF9F43"/>
                </a:solidFill>
                <a:latin typeface="DejaVu Sans"/>
                <a:ea typeface="DejaVu Sans"/>
                <a:cs typeface="DejaVu Sans"/>
              </a:defRPr>
            </a:pPr>
            <a:r>
              <a:rPr sz="1725" b="1">
                <a:solidFill>
                  <a:srgbClr val="FF9F43"/>
                </a:solidFill>
                <a:latin typeface="DejaVu Sans"/>
                <a:ea typeface="DejaVu Sans"/>
                <a:cs typeface="DejaVu Sans"/>
              </a:rPr>
              <a:t>02</a:t>
            </a:r>
          </a:p>
        </p:txBody>
      </p:sp>
      <p:sp>
        <p:nvSpPr>
          <p:cNvPr id="4" name="group-no-0">
            <a:extLst xmlns:a="http://schemas.openxmlformats.org/drawingml/2006/main">
              <a:ext uri="{FF2B5EF4-FFF2-40B4-BE49-F238E27FC236}">
                <a16:creationId xmlns:a16="http://schemas.microsoft.com/office/drawing/2014/main" id="{7315AB51-E23B-4C34-B37E-7750FD475BE1}"/>
              </a:ext>
            </a:extLst>
          </p:cNvPr>
          <p:cNvSpPr>
            <a:spLocks xmlns:a="http://schemas.openxmlformats.org/drawingml/2006/main" noGrp="1"/>
          </p:cNvSpPr>
          <p:nvPr/>
        </p:nvSpPr>
        <p:spPr>
          <a:xfrm xmlns:a="http://schemas.openxmlformats.org/drawingml/2006/main">
            <a:off x="609600" y="1676400"/>
            <a:ext cx="952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FF9F43"/>
                </a:solidFill>
                <a:latin typeface="DejaVu Sans"/>
                <a:ea typeface="DejaVu Sans"/>
                <a:cs typeface="DejaVu Sans"/>
              </a:defRPr>
            </a:defPPr>
            <a:lvl1pPr algn="l">
              <a:defRPr sz="3225" b="1">
                <a:solidFill>
                  <a:srgbClr val="FF9F43"/>
                </a:solidFill>
                <a:latin typeface="DejaVu Sans"/>
                <a:ea typeface="DejaVu Sans"/>
                <a:cs typeface="DejaVu Sans"/>
              </a:defRPr>
            </a:lvl1pPr>
            <a:lvl2pPr algn="l">
              <a:defRPr sz="3225" b="1">
                <a:solidFill>
                  <a:srgbClr val="FF9F43"/>
                </a:solidFill>
                <a:latin typeface="DejaVu Sans"/>
                <a:ea typeface="DejaVu Sans"/>
                <a:cs typeface="DejaVu Sans"/>
              </a:defRPr>
            </a:lvl2pPr>
            <a:lvl3pPr algn="l">
              <a:defRPr sz="3225" b="1">
                <a:solidFill>
                  <a:srgbClr val="FF9F43"/>
                </a:solidFill>
                <a:latin typeface="DejaVu Sans"/>
                <a:ea typeface="DejaVu Sans"/>
                <a:cs typeface="DejaVu Sans"/>
              </a:defRPr>
            </a:lvl3pPr>
            <a:lvl4pPr algn="l">
              <a:defRPr sz="3225" b="1">
                <a:solidFill>
                  <a:srgbClr val="FF9F43"/>
                </a:solidFill>
                <a:latin typeface="DejaVu Sans"/>
                <a:ea typeface="DejaVu Sans"/>
                <a:cs typeface="DejaVu Sans"/>
              </a:defRPr>
            </a:lvl4pPr>
            <a:lvl5pPr algn="l">
              <a:defRPr sz="3225" b="1">
                <a:solidFill>
                  <a:srgbClr val="FF9F43"/>
                </a:solidFill>
                <a:latin typeface="DejaVu Sans"/>
                <a:ea typeface="DejaVu Sans"/>
                <a:cs typeface="DejaVu Sans"/>
              </a:defRPr>
            </a:lvl5pPr>
            <a:lvl6pPr algn="l">
              <a:defRPr sz="3225" b="1">
                <a:solidFill>
                  <a:srgbClr val="FF9F43"/>
                </a:solidFill>
                <a:latin typeface="DejaVu Sans"/>
                <a:ea typeface="DejaVu Sans"/>
                <a:cs typeface="DejaVu Sans"/>
              </a:defRPr>
            </a:lvl6pPr>
            <a:lvl7pPr algn="l">
              <a:defRPr sz="3225" b="1">
                <a:solidFill>
                  <a:srgbClr val="FF9F43"/>
                </a:solidFill>
                <a:latin typeface="DejaVu Sans"/>
                <a:ea typeface="DejaVu Sans"/>
                <a:cs typeface="DejaVu Sans"/>
              </a:defRPr>
            </a:lvl7pPr>
            <a:lvl8pPr algn="l">
              <a:defRPr sz="3225" b="1">
                <a:solidFill>
                  <a:srgbClr val="FF9F43"/>
                </a:solidFill>
                <a:latin typeface="DejaVu Sans"/>
                <a:ea typeface="DejaVu Sans"/>
                <a:cs typeface="DejaVu Sans"/>
              </a:defRPr>
            </a:lvl8pPr>
            <a:lvl9pPr algn="l">
              <a:defRPr sz="3225" b="1">
                <a:solidFill>
                  <a:srgbClr val="FF9F43"/>
                </a:solidFill>
                <a:latin typeface="DejaVu Sans"/>
                <a:ea typeface="DejaVu Sans"/>
                <a:cs typeface="DejaVu Sans"/>
              </a:defRPr>
            </a:lvl9pPr>
          </a:lstStyle>
          <a:p xmlns:a="http://schemas.openxmlformats.org/drawingml/2006/main">
            <a:pPr algn="l">
              <a:defRPr sz="3225" b="1">
                <a:solidFill>
                  <a:srgbClr val="FF9F43"/>
                </a:solidFill>
                <a:latin typeface="DejaVu Sans"/>
                <a:ea typeface="DejaVu Sans"/>
                <a:cs typeface="DejaVu Sans"/>
              </a:defRPr>
            </a:pPr>
            <a:r>
              <a:rPr sz="3225" b="1">
                <a:solidFill>
                  <a:srgbClr val="FF9F43"/>
                </a:solidFill>
                <a:latin typeface="DejaVu Sans"/>
                <a:ea typeface="DejaVu Sans"/>
                <a:cs typeface="DejaVu Sans"/>
              </a:rPr>
              <a:t>01</a:t>
            </a:r>
          </a:p>
        </p:txBody>
      </p:sp>
      <p:sp>
        <p:nvSpPr>
          <p:cNvPr id="5" name="group-0">
            <a:extLst xmlns:a="http://schemas.openxmlformats.org/drawingml/2006/main">
              <a:ext uri="{FF2B5EF4-FFF2-40B4-BE49-F238E27FC236}">
                <a16:creationId xmlns:a16="http://schemas.microsoft.com/office/drawing/2014/main" id="{C0C50EB5-4D24-4C56-9533-4E872F0716E5}"/>
              </a:ext>
            </a:extLst>
          </p:cNvPr>
          <p:cNvSpPr>
            <a:spLocks xmlns:a="http://schemas.openxmlformats.org/drawingml/2006/main" noGrp="1"/>
          </p:cNvSpPr>
          <p:nvPr/>
        </p:nvSpPr>
        <p:spPr>
          <a:xfrm xmlns:a="http://schemas.openxmlformats.org/drawingml/2006/main">
            <a:off x="1714500" y="1676400"/>
            <a:ext cx="952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Quản lý lớp và lịch học</a:t>
            </a:r>
          </a:p>
        </p:txBody>
      </p:sp>
      <p:sp>
        <p:nvSpPr>
          <p:cNvPr id="6" name="group-ids-0">
            <a:extLst xmlns:a="http://schemas.openxmlformats.org/drawingml/2006/main">
              <a:ext uri="{FF2B5EF4-FFF2-40B4-BE49-F238E27FC236}">
                <a16:creationId xmlns:a16="http://schemas.microsoft.com/office/drawing/2014/main" id="{2CEC3E01-72DA-4AB1-93FA-68EEDD43D9B9}"/>
              </a:ext>
            </a:extLst>
          </p:cNvPr>
          <p:cNvSpPr>
            <a:spLocks xmlns:a="http://schemas.openxmlformats.org/drawingml/2006/main" noGrp="1"/>
          </p:cNvSpPr>
          <p:nvPr/>
        </p:nvSpPr>
        <p:spPr>
          <a:xfrm xmlns:a="http://schemas.openxmlformats.org/drawingml/2006/main">
            <a:off x="1714500" y="2133600"/>
            <a:ext cx="952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FFFFFF"/>
                </a:solidFill>
                <a:latin typeface="DejaVu Sans"/>
                <a:ea typeface="DejaVu Sans"/>
                <a:cs typeface="DejaVu Sans"/>
              </a:defRPr>
            </a:defPPr>
            <a:lvl1pPr algn="l">
              <a:defRPr sz="1725" b="0">
                <a:solidFill>
                  <a:srgbClr val="FFFFFF"/>
                </a:solidFill>
                <a:latin typeface="DejaVu Sans"/>
                <a:ea typeface="DejaVu Sans"/>
                <a:cs typeface="DejaVu Sans"/>
              </a:defRPr>
            </a:lvl1pPr>
            <a:lvl2pPr algn="l">
              <a:defRPr sz="1725" b="0">
                <a:solidFill>
                  <a:srgbClr val="FFFFFF"/>
                </a:solidFill>
                <a:latin typeface="DejaVu Sans"/>
                <a:ea typeface="DejaVu Sans"/>
                <a:cs typeface="DejaVu Sans"/>
              </a:defRPr>
            </a:lvl2pPr>
            <a:lvl3pPr algn="l">
              <a:defRPr sz="1725" b="0">
                <a:solidFill>
                  <a:srgbClr val="FFFFFF"/>
                </a:solidFill>
                <a:latin typeface="DejaVu Sans"/>
                <a:ea typeface="DejaVu Sans"/>
                <a:cs typeface="DejaVu Sans"/>
              </a:defRPr>
            </a:lvl3pPr>
            <a:lvl4pPr algn="l">
              <a:defRPr sz="1725" b="0">
                <a:solidFill>
                  <a:srgbClr val="FFFFFF"/>
                </a:solidFill>
                <a:latin typeface="DejaVu Sans"/>
                <a:ea typeface="DejaVu Sans"/>
                <a:cs typeface="DejaVu Sans"/>
              </a:defRPr>
            </a:lvl4pPr>
            <a:lvl5pPr algn="l">
              <a:defRPr sz="1725" b="0">
                <a:solidFill>
                  <a:srgbClr val="FFFFFF"/>
                </a:solidFill>
                <a:latin typeface="DejaVu Sans"/>
                <a:ea typeface="DejaVu Sans"/>
                <a:cs typeface="DejaVu Sans"/>
              </a:defRPr>
            </a:lvl5pPr>
            <a:lvl6pPr algn="l">
              <a:defRPr sz="1725" b="0">
                <a:solidFill>
                  <a:srgbClr val="FFFFFF"/>
                </a:solidFill>
                <a:latin typeface="DejaVu Sans"/>
                <a:ea typeface="DejaVu Sans"/>
                <a:cs typeface="DejaVu Sans"/>
              </a:defRPr>
            </a:lvl6pPr>
            <a:lvl7pPr algn="l">
              <a:defRPr sz="1725" b="0">
                <a:solidFill>
                  <a:srgbClr val="FFFFFF"/>
                </a:solidFill>
                <a:latin typeface="DejaVu Sans"/>
                <a:ea typeface="DejaVu Sans"/>
                <a:cs typeface="DejaVu Sans"/>
              </a:defRPr>
            </a:lvl7pPr>
            <a:lvl8pPr algn="l">
              <a:defRPr sz="1725" b="0">
                <a:solidFill>
                  <a:srgbClr val="FFFFFF"/>
                </a:solidFill>
                <a:latin typeface="DejaVu Sans"/>
                <a:ea typeface="DejaVu Sans"/>
                <a:cs typeface="DejaVu Sans"/>
              </a:defRPr>
            </a:lvl8pPr>
            <a:lvl9pPr algn="l">
              <a:defRPr sz="1725" b="0">
                <a:solidFill>
                  <a:srgbClr val="FFFFFF"/>
                </a:solidFill>
                <a:latin typeface="DejaVu Sans"/>
                <a:ea typeface="DejaVu Sans"/>
                <a:cs typeface="DejaVu Sans"/>
              </a:defRPr>
            </a:lvl9pPr>
          </a:lstStyle>
          <a:p xmlns:a="http://schemas.openxmlformats.org/drawingml/2006/main">
            <a:pPr algn="l">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FR01 đến FR03</a:t>
            </a:r>
          </a:p>
        </p:txBody>
      </p:sp>
      <p:sp>
        <p:nvSpPr>
          <p:cNvPr id="7" name="group-no-1">
            <a:extLst xmlns:a="http://schemas.openxmlformats.org/drawingml/2006/main">
              <a:ext uri="{FF2B5EF4-FFF2-40B4-BE49-F238E27FC236}">
                <a16:creationId xmlns:a16="http://schemas.microsoft.com/office/drawing/2014/main" id="{B6001039-5BDA-4AA5-BC43-3E5811AA85C0}"/>
              </a:ext>
            </a:extLst>
          </p:cNvPr>
          <p:cNvSpPr>
            <a:spLocks xmlns:a="http://schemas.openxmlformats.org/drawingml/2006/main" noGrp="1"/>
          </p:cNvSpPr>
          <p:nvPr/>
        </p:nvSpPr>
        <p:spPr>
          <a:xfrm xmlns:a="http://schemas.openxmlformats.org/drawingml/2006/main">
            <a:off x="609600" y="2657475"/>
            <a:ext cx="952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FF9F43"/>
                </a:solidFill>
                <a:latin typeface="DejaVu Sans"/>
                <a:ea typeface="DejaVu Sans"/>
                <a:cs typeface="DejaVu Sans"/>
              </a:defRPr>
            </a:defPPr>
            <a:lvl1pPr algn="l">
              <a:defRPr sz="3225" b="1">
                <a:solidFill>
                  <a:srgbClr val="FF9F43"/>
                </a:solidFill>
                <a:latin typeface="DejaVu Sans"/>
                <a:ea typeface="DejaVu Sans"/>
                <a:cs typeface="DejaVu Sans"/>
              </a:defRPr>
            </a:lvl1pPr>
            <a:lvl2pPr algn="l">
              <a:defRPr sz="3225" b="1">
                <a:solidFill>
                  <a:srgbClr val="FF9F43"/>
                </a:solidFill>
                <a:latin typeface="DejaVu Sans"/>
                <a:ea typeface="DejaVu Sans"/>
                <a:cs typeface="DejaVu Sans"/>
              </a:defRPr>
            </a:lvl2pPr>
            <a:lvl3pPr algn="l">
              <a:defRPr sz="3225" b="1">
                <a:solidFill>
                  <a:srgbClr val="FF9F43"/>
                </a:solidFill>
                <a:latin typeface="DejaVu Sans"/>
                <a:ea typeface="DejaVu Sans"/>
                <a:cs typeface="DejaVu Sans"/>
              </a:defRPr>
            </a:lvl3pPr>
            <a:lvl4pPr algn="l">
              <a:defRPr sz="3225" b="1">
                <a:solidFill>
                  <a:srgbClr val="FF9F43"/>
                </a:solidFill>
                <a:latin typeface="DejaVu Sans"/>
                <a:ea typeface="DejaVu Sans"/>
                <a:cs typeface="DejaVu Sans"/>
              </a:defRPr>
            </a:lvl4pPr>
            <a:lvl5pPr algn="l">
              <a:defRPr sz="3225" b="1">
                <a:solidFill>
                  <a:srgbClr val="FF9F43"/>
                </a:solidFill>
                <a:latin typeface="DejaVu Sans"/>
                <a:ea typeface="DejaVu Sans"/>
                <a:cs typeface="DejaVu Sans"/>
              </a:defRPr>
            </a:lvl5pPr>
            <a:lvl6pPr algn="l">
              <a:defRPr sz="3225" b="1">
                <a:solidFill>
                  <a:srgbClr val="FF9F43"/>
                </a:solidFill>
                <a:latin typeface="DejaVu Sans"/>
                <a:ea typeface="DejaVu Sans"/>
                <a:cs typeface="DejaVu Sans"/>
              </a:defRPr>
            </a:lvl6pPr>
            <a:lvl7pPr algn="l">
              <a:defRPr sz="3225" b="1">
                <a:solidFill>
                  <a:srgbClr val="FF9F43"/>
                </a:solidFill>
                <a:latin typeface="DejaVu Sans"/>
                <a:ea typeface="DejaVu Sans"/>
                <a:cs typeface="DejaVu Sans"/>
              </a:defRPr>
            </a:lvl7pPr>
            <a:lvl8pPr algn="l">
              <a:defRPr sz="3225" b="1">
                <a:solidFill>
                  <a:srgbClr val="FF9F43"/>
                </a:solidFill>
                <a:latin typeface="DejaVu Sans"/>
                <a:ea typeface="DejaVu Sans"/>
                <a:cs typeface="DejaVu Sans"/>
              </a:defRPr>
            </a:lvl8pPr>
            <a:lvl9pPr algn="l">
              <a:defRPr sz="3225" b="1">
                <a:solidFill>
                  <a:srgbClr val="FF9F43"/>
                </a:solidFill>
                <a:latin typeface="DejaVu Sans"/>
                <a:ea typeface="DejaVu Sans"/>
                <a:cs typeface="DejaVu Sans"/>
              </a:defRPr>
            </a:lvl9pPr>
          </a:lstStyle>
          <a:p xmlns:a="http://schemas.openxmlformats.org/drawingml/2006/main">
            <a:pPr algn="l">
              <a:defRPr sz="3225" b="1">
                <a:solidFill>
                  <a:srgbClr val="FF9F43"/>
                </a:solidFill>
                <a:latin typeface="DejaVu Sans"/>
                <a:ea typeface="DejaVu Sans"/>
                <a:cs typeface="DejaVu Sans"/>
              </a:defRPr>
            </a:pPr>
            <a:r>
              <a:rPr sz="3225" b="1">
                <a:solidFill>
                  <a:srgbClr val="FF9F43"/>
                </a:solidFill>
                <a:latin typeface="DejaVu Sans"/>
                <a:ea typeface="DejaVu Sans"/>
                <a:cs typeface="DejaVu Sans"/>
              </a:rPr>
              <a:t>02</a:t>
            </a:r>
          </a:p>
        </p:txBody>
      </p:sp>
      <p:sp>
        <p:nvSpPr>
          <p:cNvPr id="8" name="group-1">
            <a:extLst xmlns:a="http://schemas.openxmlformats.org/drawingml/2006/main">
              <a:ext uri="{FF2B5EF4-FFF2-40B4-BE49-F238E27FC236}">
                <a16:creationId xmlns:a16="http://schemas.microsoft.com/office/drawing/2014/main" id="{0662B715-77C6-470D-ADE3-81EA092579F2}"/>
              </a:ext>
            </a:extLst>
          </p:cNvPr>
          <p:cNvSpPr>
            <a:spLocks xmlns:a="http://schemas.openxmlformats.org/drawingml/2006/main" noGrp="1"/>
          </p:cNvSpPr>
          <p:nvPr/>
        </p:nvSpPr>
        <p:spPr>
          <a:xfrm xmlns:a="http://schemas.openxmlformats.org/drawingml/2006/main">
            <a:off x="1714500" y="2657475"/>
            <a:ext cx="952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Tham gia và tương tác trực tiếp</a:t>
            </a:r>
          </a:p>
        </p:txBody>
      </p:sp>
      <p:sp>
        <p:nvSpPr>
          <p:cNvPr id="9" name="group-ids-1">
            <a:extLst xmlns:a="http://schemas.openxmlformats.org/drawingml/2006/main">
              <a:ext uri="{FF2B5EF4-FFF2-40B4-BE49-F238E27FC236}">
                <a16:creationId xmlns:a16="http://schemas.microsoft.com/office/drawing/2014/main" id="{828A89AE-899D-4EE8-AB1F-12FEB9AFD348}"/>
              </a:ext>
            </a:extLst>
          </p:cNvPr>
          <p:cNvSpPr>
            <a:spLocks xmlns:a="http://schemas.openxmlformats.org/drawingml/2006/main" noGrp="1"/>
          </p:cNvSpPr>
          <p:nvPr/>
        </p:nvSpPr>
        <p:spPr>
          <a:xfrm xmlns:a="http://schemas.openxmlformats.org/drawingml/2006/main">
            <a:off x="1714500" y="3114675"/>
            <a:ext cx="952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FFFFFF"/>
                </a:solidFill>
                <a:latin typeface="DejaVu Sans"/>
                <a:ea typeface="DejaVu Sans"/>
                <a:cs typeface="DejaVu Sans"/>
              </a:defRPr>
            </a:defPPr>
            <a:lvl1pPr algn="l">
              <a:defRPr sz="1725" b="0">
                <a:solidFill>
                  <a:srgbClr val="FFFFFF"/>
                </a:solidFill>
                <a:latin typeface="DejaVu Sans"/>
                <a:ea typeface="DejaVu Sans"/>
                <a:cs typeface="DejaVu Sans"/>
              </a:defRPr>
            </a:lvl1pPr>
            <a:lvl2pPr algn="l">
              <a:defRPr sz="1725" b="0">
                <a:solidFill>
                  <a:srgbClr val="FFFFFF"/>
                </a:solidFill>
                <a:latin typeface="DejaVu Sans"/>
                <a:ea typeface="DejaVu Sans"/>
                <a:cs typeface="DejaVu Sans"/>
              </a:defRPr>
            </a:lvl2pPr>
            <a:lvl3pPr algn="l">
              <a:defRPr sz="1725" b="0">
                <a:solidFill>
                  <a:srgbClr val="FFFFFF"/>
                </a:solidFill>
                <a:latin typeface="DejaVu Sans"/>
                <a:ea typeface="DejaVu Sans"/>
                <a:cs typeface="DejaVu Sans"/>
              </a:defRPr>
            </a:lvl3pPr>
            <a:lvl4pPr algn="l">
              <a:defRPr sz="1725" b="0">
                <a:solidFill>
                  <a:srgbClr val="FFFFFF"/>
                </a:solidFill>
                <a:latin typeface="DejaVu Sans"/>
                <a:ea typeface="DejaVu Sans"/>
                <a:cs typeface="DejaVu Sans"/>
              </a:defRPr>
            </a:lvl4pPr>
            <a:lvl5pPr algn="l">
              <a:defRPr sz="1725" b="0">
                <a:solidFill>
                  <a:srgbClr val="FFFFFF"/>
                </a:solidFill>
                <a:latin typeface="DejaVu Sans"/>
                <a:ea typeface="DejaVu Sans"/>
                <a:cs typeface="DejaVu Sans"/>
              </a:defRPr>
            </a:lvl5pPr>
            <a:lvl6pPr algn="l">
              <a:defRPr sz="1725" b="0">
                <a:solidFill>
                  <a:srgbClr val="FFFFFF"/>
                </a:solidFill>
                <a:latin typeface="DejaVu Sans"/>
                <a:ea typeface="DejaVu Sans"/>
                <a:cs typeface="DejaVu Sans"/>
              </a:defRPr>
            </a:lvl6pPr>
            <a:lvl7pPr algn="l">
              <a:defRPr sz="1725" b="0">
                <a:solidFill>
                  <a:srgbClr val="FFFFFF"/>
                </a:solidFill>
                <a:latin typeface="DejaVu Sans"/>
                <a:ea typeface="DejaVu Sans"/>
                <a:cs typeface="DejaVu Sans"/>
              </a:defRPr>
            </a:lvl7pPr>
            <a:lvl8pPr algn="l">
              <a:defRPr sz="1725" b="0">
                <a:solidFill>
                  <a:srgbClr val="FFFFFF"/>
                </a:solidFill>
                <a:latin typeface="DejaVu Sans"/>
                <a:ea typeface="DejaVu Sans"/>
                <a:cs typeface="DejaVu Sans"/>
              </a:defRPr>
            </a:lvl8pPr>
            <a:lvl9pPr algn="l">
              <a:defRPr sz="1725" b="0">
                <a:solidFill>
                  <a:srgbClr val="FFFFFF"/>
                </a:solidFill>
                <a:latin typeface="DejaVu Sans"/>
                <a:ea typeface="DejaVu Sans"/>
                <a:cs typeface="DejaVu Sans"/>
              </a:defRPr>
            </a:lvl9pPr>
          </a:lstStyle>
          <a:p xmlns:a="http://schemas.openxmlformats.org/drawingml/2006/main">
            <a:pPr algn="l">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FR04 đến FR06</a:t>
            </a:r>
          </a:p>
        </p:txBody>
      </p:sp>
      <p:sp>
        <p:nvSpPr>
          <p:cNvPr id="10" name="group-no-2">
            <a:extLst xmlns:a="http://schemas.openxmlformats.org/drawingml/2006/main">
              <a:ext uri="{FF2B5EF4-FFF2-40B4-BE49-F238E27FC236}">
                <a16:creationId xmlns:a16="http://schemas.microsoft.com/office/drawing/2014/main" id="{ADEE587C-D286-4033-8C49-775A0750CCFF}"/>
              </a:ext>
            </a:extLst>
          </p:cNvPr>
          <p:cNvSpPr>
            <a:spLocks xmlns:a="http://schemas.openxmlformats.org/drawingml/2006/main" noGrp="1"/>
          </p:cNvSpPr>
          <p:nvPr/>
        </p:nvSpPr>
        <p:spPr>
          <a:xfrm xmlns:a="http://schemas.openxmlformats.org/drawingml/2006/main">
            <a:off x="609600" y="3638550"/>
            <a:ext cx="952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FF9F43"/>
                </a:solidFill>
                <a:latin typeface="DejaVu Sans"/>
                <a:ea typeface="DejaVu Sans"/>
                <a:cs typeface="DejaVu Sans"/>
              </a:defRPr>
            </a:defPPr>
            <a:lvl1pPr algn="l">
              <a:defRPr sz="3225" b="1">
                <a:solidFill>
                  <a:srgbClr val="FF9F43"/>
                </a:solidFill>
                <a:latin typeface="DejaVu Sans"/>
                <a:ea typeface="DejaVu Sans"/>
                <a:cs typeface="DejaVu Sans"/>
              </a:defRPr>
            </a:lvl1pPr>
            <a:lvl2pPr algn="l">
              <a:defRPr sz="3225" b="1">
                <a:solidFill>
                  <a:srgbClr val="FF9F43"/>
                </a:solidFill>
                <a:latin typeface="DejaVu Sans"/>
                <a:ea typeface="DejaVu Sans"/>
                <a:cs typeface="DejaVu Sans"/>
              </a:defRPr>
            </a:lvl2pPr>
            <a:lvl3pPr algn="l">
              <a:defRPr sz="3225" b="1">
                <a:solidFill>
                  <a:srgbClr val="FF9F43"/>
                </a:solidFill>
                <a:latin typeface="DejaVu Sans"/>
                <a:ea typeface="DejaVu Sans"/>
                <a:cs typeface="DejaVu Sans"/>
              </a:defRPr>
            </a:lvl3pPr>
            <a:lvl4pPr algn="l">
              <a:defRPr sz="3225" b="1">
                <a:solidFill>
                  <a:srgbClr val="FF9F43"/>
                </a:solidFill>
                <a:latin typeface="DejaVu Sans"/>
                <a:ea typeface="DejaVu Sans"/>
                <a:cs typeface="DejaVu Sans"/>
              </a:defRPr>
            </a:lvl4pPr>
            <a:lvl5pPr algn="l">
              <a:defRPr sz="3225" b="1">
                <a:solidFill>
                  <a:srgbClr val="FF9F43"/>
                </a:solidFill>
                <a:latin typeface="DejaVu Sans"/>
                <a:ea typeface="DejaVu Sans"/>
                <a:cs typeface="DejaVu Sans"/>
              </a:defRPr>
            </a:lvl5pPr>
            <a:lvl6pPr algn="l">
              <a:defRPr sz="3225" b="1">
                <a:solidFill>
                  <a:srgbClr val="FF9F43"/>
                </a:solidFill>
                <a:latin typeface="DejaVu Sans"/>
                <a:ea typeface="DejaVu Sans"/>
                <a:cs typeface="DejaVu Sans"/>
              </a:defRPr>
            </a:lvl6pPr>
            <a:lvl7pPr algn="l">
              <a:defRPr sz="3225" b="1">
                <a:solidFill>
                  <a:srgbClr val="FF9F43"/>
                </a:solidFill>
                <a:latin typeface="DejaVu Sans"/>
                <a:ea typeface="DejaVu Sans"/>
                <a:cs typeface="DejaVu Sans"/>
              </a:defRPr>
            </a:lvl7pPr>
            <a:lvl8pPr algn="l">
              <a:defRPr sz="3225" b="1">
                <a:solidFill>
                  <a:srgbClr val="FF9F43"/>
                </a:solidFill>
                <a:latin typeface="DejaVu Sans"/>
                <a:ea typeface="DejaVu Sans"/>
                <a:cs typeface="DejaVu Sans"/>
              </a:defRPr>
            </a:lvl8pPr>
            <a:lvl9pPr algn="l">
              <a:defRPr sz="3225" b="1">
                <a:solidFill>
                  <a:srgbClr val="FF9F43"/>
                </a:solidFill>
                <a:latin typeface="DejaVu Sans"/>
                <a:ea typeface="DejaVu Sans"/>
                <a:cs typeface="DejaVu Sans"/>
              </a:defRPr>
            </a:lvl9pPr>
          </a:lstStyle>
          <a:p xmlns:a="http://schemas.openxmlformats.org/drawingml/2006/main">
            <a:pPr algn="l">
              <a:defRPr sz="3225" b="1">
                <a:solidFill>
                  <a:srgbClr val="FF9F43"/>
                </a:solidFill>
                <a:latin typeface="DejaVu Sans"/>
                <a:ea typeface="DejaVu Sans"/>
                <a:cs typeface="DejaVu Sans"/>
              </a:defRPr>
            </a:pPr>
            <a:r>
              <a:rPr sz="3225" b="1">
                <a:solidFill>
                  <a:srgbClr val="FF9F43"/>
                </a:solidFill>
                <a:latin typeface="DejaVu Sans"/>
                <a:ea typeface="DejaVu Sans"/>
                <a:cs typeface="DejaVu Sans"/>
              </a:rPr>
              <a:t>03</a:t>
            </a:r>
          </a:p>
        </p:txBody>
      </p:sp>
      <p:sp>
        <p:nvSpPr>
          <p:cNvPr id="11" name="group-2">
            <a:extLst xmlns:a="http://schemas.openxmlformats.org/drawingml/2006/main">
              <a:ext uri="{FF2B5EF4-FFF2-40B4-BE49-F238E27FC236}">
                <a16:creationId xmlns:a16="http://schemas.microsoft.com/office/drawing/2014/main" id="{1734D521-FF6F-4128-8A5A-AD937F916CD7}"/>
              </a:ext>
            </a:extLst>
          </p:cNvPr>
          <p:cNvSpPr>
            <a:spLocks xmlns:a="http://schemas.openxmlformats.org/drawingml/2006/main" noGrp="1"/>
          </p:cNvSpPr>
          <p:nvPr/>
        </p:nvSpPr>
        <p:spPr>
          <a:xfrm xmlns:a="http://schemas.openxmlformats.org/drawingml/2006/main">
            <a:off x="1714500" y="3638550"/>
            <a:ext cx="952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Tài liệu, ghi hình và bài tập</a:t>
            </a:r>
          </a:p>
        </p:txBody>
      </p:sp>
      <p:sp>
        <p:nvSpPr>
          <p:cNvPr id="12" name="group-ids-2">
            <a:extLst xmlns:a="http://schemas.openxmlformats.org/drawingml/2006/main">
              <a:ext uri="{FF2B5EF4-FFF2-40B4-BE49-F238E27FC236}">
                <a16:creationId xmlns:a16="http://schemas.microsoft.com/office/drawing/2014/main" id="{24B61499-34DD-47E6-B0B3-13013E2335E4}"/>
              </a:ext>
            </a:extLst>
          </p:cNvPr>
          <p:cNvSpPr>
            <a:spLocks xmlns:a="http://schemas.openxmlformats.org/drawingml/2006/main" noGrp="1"/>
          </p:cNvSpPr>
          <p:nvPr/>
        </p:nvSpPr>
        <p:spPr>
          <a:xfrm xmlns:a="http://schemas.openxmlformats.org/drawingml/2006/main">
            <a:off x="1714500" y="4095750"/>
            <a:ext cx="952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FFFFFF"/>
                </a:solidFill>
                <a:latin typeface="DejaVu Sans"/>
                <a:ea typeface="DejaVu Sans"/>
                <a:cs typeface="DejaVu Sans"/>
              </a:defRPr>
            </a:defPPr>
            <a:lvl1pPr algn="l">
              <a:defRPr sz="1725" b="0">
                <a:solidFill>
                  <a:srgbClr val="FFFFFF"/>
                </a:solidFill>
                <a:latin typeface="DejaVu Sans"/>
                <a:ea typeface="DejaVu Sans"/>
                <a:cs typeface="DejaVu Sans"/>
              </a:defRPr>
            </a:lvl1pPr>
            <a:lvl2pPr algn="l">
              <a:defRPr sz="1725" b="0">
                <a:solidFill>
                  <a:srgbClr val="FFFFFF"/>
                </a:solidFill>
                <a:latin typeface="DejaVu Sans"/>
                <a:ea typeface="DejaVu Sans"/>
                <a:cs typeface="DejaVu Sans"/>
              </a:defRPr>
            </a:lvl2pPr>
            <a:lvl3pPr algn="l">
              <a:defRPr sz="1725" b="0">
                <a:solidFill>
                  <a:srgbClr val="FFFFFF"/>
                </a:solidFill>
                <a:latin typeface="DejaVu Sans"/>
                <a:ea typeface="DejaVu Sans"/>
                <a:cs typeface="DejaVu Sans"/>
              </a:defRPr>
            </a:lvl3pPr>
            <a:lvl4pPr algn="l">
              <a:defRPr sz="1725" b="0">
                <a:solidFill>
                  <a:srgbClr val="FFFFFF"/>
                </a:solidFill>
                <a:latin typeface="DejaVu Sans"/>
                <a:ea typeface="DejaVu Sans"/>
                <a:cs typeface="DejaVu Sans"/>
              </a:defRPr>
            </a:lvl4pPr>
            <a:lvl5pPr algn="l">
              <a:defRPr sz="1725" b="0">
                <a:solidFill>
                  <a:srgbClr val="FFFFFF"/>
                </a:solidFill>
                <a:latin typeface="DejaVu Sans"/>
                <a:ea typeface="DejaVu Sans"/>
                <a:cs typeface="DejaVu Sans"/>
              </a:defRPr>
            </a:lvl5pPr>
            <a:lvl6pPr algn="l">
              <a:defRPr sz="1725" b="0">
                <a:solidFill>
                  <a:srgbClr val="FFFFFF"/>
                </a:solidFill>
                <a:latin typeface="DejaVu Sans"/>
                <a:ea typeface="DejaVu Sans"/>
                <a:cs typeface="DejaVu Sans"/>
              </a:defRPr>
            </a:lvl6pPr>
            <a:lvl7pPr algn="l">
              <a:defRPr sz="1725" b="0">
                <a:solidFill>
                  <a:srgbClr val="FFFFFF"/>
                </a:solidFill>
                <a:latin typeface="DejaVu Sans"/>
                <a:ea typeface="DejaVu Sans"/>
                <a:cs typeface="DejaVu Sans"/>
              </a:defRPr>
            </a:lvl7pPr>
            <a:lvl8pPr algn="l">
              <a:defRPr sz="1725" b="0">
                <a:solidFill>
                  <a:srgbClr val="FFFFFF"/>
                </a:solidFill>
                <a:latin typeface="DejaVu Sans"/>
                <a:ea typeface="DejaVu Sans"/>
                <a:cs typeface="DejaVu Sans"/>
              </a:defRPr>
            </a:lvl8pPr>
            <a:lvl9pPr algn="l">
              <a:defRPr sz="1725" b="0">
                <a:solidFill>
                  <a:srgbClr val="FFFFFF"/>
                </a:solidFill>
                <a:latin typeface="DejaVu Sans"/>
                <a:ea typeface="DejaVu Sans"/>
                <a:cs typeface="DejaVu Sans"/>
              </a:defRPr>
            </a:lvl9pPr>
          </a:lstStyle>
          <a:p xmlns:a="http://schemas.openxmlformats.org/drawingml/2006/main">
            <a:pPr algn="l">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FR07 đến FR09</a:t>
            </a:r>
          </a:p>
        </p:txBody>
      </p:sp>
      <p:sp>
        <p:nvSpPr>
          <p:cNvPr id="13" name="group-no-3">
            <a:extLst xmlns:a="http://schemas.openxmlformats.org/drawingml/2006/main">
              <a:ext uri="{FF2B5EF4-FFF2-40B4-BE49-F238E27FC236}">
                <a16:creationId xmlns:a16="http://schemas.microsoft.com/office/drawing/2014/main" id="{CF936BC3-B50B-4BE1-90C4-E8D6CD1E6E9D}"/>
              </a:ext>
            </a:extLst>
          </p:cNvPr>
          <p:cNvSpPr>
            <a:spLocks xmlns:a="http://schemas.openxmlformats.org/drawingml/2006/main" noGrp="1"/>
          </p:cNvSpPr>
          <p:nvPr/>
        </p:nvSpPr>
        <p:spPr>
          <a:xfrm xmlns:a="http://schemas.openxmlformats.org/drawingml/2006/main">
            <a:off x="609600" y="4619625"/>
            <a:ext cx="952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FF9F43"/>
                </a:solidFill>
                <a:latin typeface="DejaVu Sans"/>
                <a:ea typeface="DejaVu Sans"/>
                <a:cs typeface="DejaVu Sans"/>
              </a:defRPr>
            </a:defPPr>
            <a:lvl1pPr algn="l">
              <a:defRPr sz="3225" b="1">
                <a:solidFill>
                  <a:srgbClr val="FF9F43"/>
                </a:solidFill>
                <a:latin typeface="DejaVu Sans"/>
                <a:ea typeface="DejaVu Sans"/>
                <a:cs typeface="DejaVu Sans"/>
              </a:defRPr>
            </a:lvl1pPr>
            <a:lvl2pPr algn="l">
              <a:defRPr sz="3225" b="1">
                <a:solidFill>
                  <a:srgbClr val="FF9F43"/>
                </a:solidFill>
                <a:latin typeface="DejaVu Sans"/>
                <a:ea typeface="DejaVu Sans"/>
                <a:cs typeface="DejaVu Sans"/>
              </a:defRPr>
            </a:lvl2pPr>
            <a:lvl3pPr algn="l">
              <a:defRPr sz="3225" b="1">
                <a:solidFill>
                  <a:srgbClr val="FF9F43"/>
                </a:solidFill>
                <a:latin typeface="DejaVu Sans"/>
                <a:ea typeface="DejaVu Sans"/>
                <a:cs typeface="DejaVu Sans"/>
              </a:defRPr>
            </a:lvl3pPr>
            <a:lvl4pPr algn="l">
              <a:defRPr sz="3225" b="1">
                <a:solidFill>
                  <a:srgbClr val="FF9F43"/>
                </a:solidFill>
                <a:latin typeface="DejaVu Sans"/>
                <a:ea typeface="DejaVu Sans"/>
                <a:cs typeface="DejaVu Sans"/>
              </a:defRPr>
            </a:lvl4pPr>
            <a:lvl5pPr algn="l">
              <a:defRPr sz="3225" b="1">
                <a:solidFill>
                  <a:srgbClr val="FF9F43"/>
                </a:solidFill>
                <a:latin typeface="DejaVu Sans"/>
                <a:ea typeface="DejaVu Sans"/>
                <a:cs typeface="DejaVu Sans"/>
              </a:defRPr>
            </a:lvl5pPr>
            <a:lvl6pPr algn="l">
              <a:defRPr sz="3225" b="1">
                <a:solidFill>
                  <a:srgbClr val="FF9F43"/>
                </a:solidFill>
                <a:latin typeface="DejaVu Sans"/>
                <a:ea typeface="DejaVu Sans"/>
                <a:cs typeface="DejaVu Sans"/>
              </a:defRPr>
            </a:lvl6pPr>
            <a:lvl7pPr algn="l">
              <a:defRPr sz="3225" b="1">
                <a:solidFill>
                  <a:srgbClr val="FF9F43"/>
                </a:solidFill>
                <a:latin typeface="DejaVu Sans"/>
                <a:ea typeface="DejaVu Sans"/>
                <a:cs typeface="DejaVu Sans"/>
              </a:defRPr>
            </a:lvl7pPr>
            <a:lvl8pPr algn="l">
              <a:defRPr sz="3225" b="1">
                <a:solidFill>
                  <a:srgbClr val="FF9F43"/>
                </a:solidFill>
                <a:latin typeface="DejaVu Sans"/>
                <a:ea typeface="DejaVu Sans"/>
                <a:cs typeface="DejaVu Sans"/>
              </a:defRPr>
            </a:lvl8pPr>
            <a:lvl9pPr algn="l">
              <a:defRPr sz="3225" b="1">
                <a:solidFill>
                  <a:srgbClr val="FF9F43"/>
                </a:solidFill>
                <a:latin typeface="DejaVu Sans"/>
                <a:ea typeface="DejaVu Sans"/>
                <a:cs typeface="DejaVu Sans"/>
              </a:defRPr>
            </a:lvl9pPr>
          </a:lstStyle>
          <a:p xmlns:a="http://schemas.openxmlformats.org/drawingml/2006/main">
            <a:pPr algn="l">
              <a:defRPr sz="3225" b="1">
                <a:solidFill>
                  <a:srgbClr val="FF9F43"/>
                </a:solidFill>
                <a:latin typeface="DejaVu Sans"/>
                <a:ea typeface="DejaVu Sans"/>
                <a:cs typeface="DejaVu Sans"/>
              </a:defRPr>
            </a:pPr>
            <a:r>
              <a:rPr sz="3225" b="1">
                <a:solidFill>
                  <a:srgbClr val="FF9F43"/>
                </a:solidFill>
                <a:latin typeface="DejaVu Sans"/>
                <a:ea typeface="DejaVu Sans"/>
                <a:cs typeface="DejaVu Sans"/>
              </a:rPr>
              <a:t>04</a:t>
            </a:r>
          </a:p>
        </p:txBody>
      </p:sp>
      <p:sp>
        <p:nvSpPr>
          <p:cNvPr id="14" name="group-3">
            <a:extLst xmlns:a="http://schemas.openxmlformats.org/drawingml/2006/main">
              <a:ext uri="{FF2B5EF4-FFF2-40B4-BE49-F238E27FC236}">
                <a16:creationId xmlns:a16="http://schemas.microsoft.com/office/drawing/2014/main" id="{B16BB109-97EB-4EE0-82BE-786ED108401D}"/>
              </a:ext>
            </a:extLst>
          </p:cNvPr>
          <p:cNvSpPr>
            <a:spLocks xmlns:a="http://schemas.openxmlformats.org/drawingml/2006/main" noGrp="1"/>
          </p:cNvSpPr>
          <p:nvPr/>
        </p:nvSpPr>
        <p:spPr>
          <a:xfrm xmlns:a="http://schemas.openxmlformats.org/drawingml/2006/main">
            <a:off x="1714500" y="4619625"/>
            <a:ext cx="9525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DejaVu Sans"/>
                <a:ea typeface="DejaVu Sans"/>
                <a:cs typeface="DejaVu Sans"/>
              </a:defRPr>
            </a:defPPr>
            <a:lvl1pPr algn="l">
              <a:defRPr sz="2325" b="1">
                <a:solidFill>
                  <a:srgbClr val="FFFFFF"/>
                </a:solidFill>
                <a:latin typeface="DejaVu Sans"/>
                <a:ea typeface="DejaVu Sans"/>
                <a:cs typeface="DejaVu Sans"/>
              </a:defRPr>
            </a:lvl1pPr>
            <a:lvl2pPr algn="l">
              <a:defRPr sz="2325" b="1">
                <a:solidFill>
                  <a:srgbClr val="FFFFFF"/>
                </a:solidFill>
                <a:latin typeface="DejaVu Sans"/>
                <a:ea typeface="DejaVu Sans"/>
                <a:cs typeface="DejaVu Sans"/>
              </a:defRPr>
            </a:lvl2pPr>
            <a:lvl3pPr algn="l">
              <a:defRPr sz="2325" b="1">
                <a:solidFill>
                  <a:srgbClr val="FFFFFF"/>
                </a:solidFill>
                <a:latin typeface="DejaVu Sans"/>
                <a:ea typeface="DejaVu Sans"/>
                <a:cs typeface="DejaVu Sans"/>
              </a:defRPr>
            </a:lvl3pPr>
            <a:lvl4pPr algn="l">
              <a:defRPr sz="2325" b="1">
                <a:solidFill>
                  <a:srgbClr val="FFFFFF"/>
                </a:solidFill>
                <a:latin typeface="DejaVu Sans"/>
                <a:ea typeface="DejaVu Sans"/>
                <a:cs typeface="DejaVu Sans"/>
              </a:defRPr>
            </a:lvl4pPr>
            <a:lvl5pPr algn="l">
              <a:defRPr sz="2325" b="1">
                <a:solidFill>
                  <a:srgbClr val="FFFFFF"/>
                </a:solidFill>
                <a:latin typeface="DejaVu Sans"/>
                <a:ea typeface="DejaVu Sans"/>
                <a:cs typeface="DejaVu Sans"/>
              </a:defRPr>
            </a:lvl5pPr>
            <a:lvl6pPr algn="l">
              <a:defRPr sz="2325" b="1">
                <a:solidFill>
                  <a:srgbClr val="FFFFFF"/>
                </a:solidFill>
                <a:latin typeface="DejaVu Sans"/>
                <a:ea typeface="DejaVu Sans"/>
                <a:cs typeface="DejaVu Sans"/>
              </a:defRPr>
            </a:lvl6pPr>
            <a:lvl7pPr algn="l">
              <a:defRPr sz="2325" b="1">
                <a:solidFill>
                  <a:srgbClr val="FFFFFF"/>
                </a:solidFill>
                <a:latin typeface="DejaVu Sans"/>
                <a:ea typeface="DejaVu Sans"/>
                <a:cs typeface="DejaVu Sans"/>
              </a:defRPr>
            </a:lvl7pPr>
            <a:lvl8pPr algn="l">
              <a:defRPr sz="2325" b="1">
                <a:solidFill>
                  <a:srgbClr val="FFFFFF"/>
                </a:solidFill>
                <a:latin typeface="DejaVu Sans"/>
                <a:ea typeface="DejaVu Sans"/>
                <a:cs typeface="DejaVu Sans"/>
              </a:defRPr>
            </a:lvl8pPr>
            <a:lvl9pPr algn="l">
              <a:defRPr sz="2325" b="1">
                <a:solidFill>
                  <a:srgbClr val="FFFFFF"/>
                </a:solidFill>
                <a:latin typeface="DejaVu Sans"/>
                <a:ea typeface="DejaVu Sans"/>
                <a:cs typeface="DejaVu Sans"/>
              </a:defRPr>
            </a:lvl9pPr>
          </a:lstStyle>
          <a:p xmlns:a="http://schemas.openxmlformats.org/drawingml/2006/main">
            <a:pPr algn="l">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Chuyên cần, tiến độ và báo cáo</a:t>
            </a:r>
          </a:p>
        </p:txBody>
      </p:sp>
      <p:sp>
        <p:nvSpPr>
          <p:cNvPr id="15" name="group-ids-3">
            <a:extLst xmlns:a="http://schemas.openxmlformats.org/drawingml/2006/main">
              <a:ext uri="{FF2B5EF4-FFF2-40B4-BE49-F238E27FC236}">
                <a16:creationId xmlns:a16="http://schemas.microsoft.com/office/drawing/2014/main" id="{7A364085-A954-4D60-8800-C518BC927CC3}"/>
              </a:ext>
            </a:extLst>
          </p:cNvPr>
          <p:cNvSpPr>
            <a:spLocks xmlns:a="http://schemas.openxmlformats.org/drawingml/2006/main" noGrp="1"/>
          </p:cNvSpPr>
          <p:nvPr/>
        </p:nvSpPr>
        <p:spPr>
          <a:xfrm xmlns:a="http://schemas.openxmlformats.org/drawingml/2006/main">
            <a:off x="1714500" y="5076825"/>
            <a:ext cx="952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FFFFFF"/>
                </a:solidFill>
                <a:latin typeface="DejaVu Sans"/>
                <a:ea typeface="DejaVu Sans"/>
                <a:cs typeface="DejaVu Sans"/>
              </a:defRPr>
            </a:defPPr>
            <a:lvl1pPr algn="l">
              <a:defRPr sz="1725" b="0">
                <a:solidFill>
                  <a:srgbClr val="FFFFFF"/>
                </a:solidFill>
                <a:latin typeface="DejaVu Sans"/>
                <a:ea typeface="DejaVu Sans"/>
                <a:cs typeface="DejaVu Sans"/>
              </a:defRPr>
            </a:lvl1pPr>
            <a:lvl2pPr algn="l">
              <a:defRPr sz="1725" b="0">
                <a:solidFill>
                  <a:srgbClr val="FFFFFF"/>
                </a:solidFill>
                <a:latin typeface="DejaVu Sans"/>
                <a:ea typeface="DejaVu Sans"/>
                <a:cs typeface="DejaVu Sans"/>
              </a:defRPr>
            </a:lvl2pPr>
            <a:lvl3pPr algn="l">
              <a:defRPr sz="1725" b="0">
                <a:solidFill>
                  <a:srgbClr val="FFFFFF"/>
                </a:solidFill>
                <a:latin typeface="DejaVu Sans"/>
                <a:ea typeface="DejaVu Sans"/>
                <a:cs typeface="DejaVu Sans"/>
              </a:defRPr>
            </a:lvl3pPr>
            <a:lvl4pPr algn="l">
              <a:defRPr sz="1725" b="0">
                <a:solidFill>
                  <a:srgbClr val="FFFFFF"/>
                </a:solidFill>
                <a:latin typeface="DejaVu Sans"/>
                <a:ea typeface="DejaVu Sans"/>
                <a:cs typeface="DejaVu Sans"/>
              </a:defRPr>
            </a:lvl4pPr>
            <a:lvl5pPr algn="l">
              <a:defRPr sz="1725" b="0">
                <a:solidFill>
                  <a:srgbClr val="FFFFFF"/>
                </a:solidFill>
                <a:latin typeface="DejaVu Sans"/>
                <a:ea typeface="DejaVu Sans"/>
                <a:cs typeface="DejaVu Sans"/>
              </a:defRPr>
            </a:lvl5pPr>
            <a:lvl6pPr algn="l">
              <a:defRPr sz="1725" b="0">
                <a:solidFill>
                  <a:srgbClr val="FFFFFF"/>
                </a:solidFill>
                <a:latin typeface="DejaVu Sans"/>
                <a:ea typeface="DejaVu Sans"/>
                <a:cs typeface="DejaVu Sans"/>
              </a:defRPr>
            </a:lvl6pPr>
            <a:lvl7pPr algn="l">
              <a:defRPr sz="1725" b="0">
                <a:solidFill>
                  <a:srgbClr val="FFFFFF"/>
                </a:solidFill>
                <a:latin typeface="DejaVu Sans"/>
                <a:ea typeface="DejaVu Sans"/>
                <a:cs typeface="DejaVu Sans"/>
              </a:defRPr>
            </a:lvl7pPr>
            <a:lvl8pPr algn="l">
              <a:defRPr sz="1725" b="0">
                <a:solidFill>
                  <a:srgbClr val="FFFFFF"/>
                </a:solidFill>
                <a:latin typeface="DejaVu Sans"/>
                <a:ea typeface="DejaVu Sans"/>
                <a:cs typeface="DejaVu Sans"/>
              </a:defRPr>
            </a:lvl8pPr>
            <a:lvl9pPr algn="l">
              <a:defRPr sz="1725" b="0">
                <a:solidFill>
                  <a:srgbClr val="FFFFFF"/>
                </a:solidFill>
                <a:latin typeface="DejaVu Sans"/>
                <a:ea typeface="DejaVu Sans"/>
                <a:cs typeface="DejaVu Sans"/>
              </a:defRPr>
            </a:lvl9pPr>
          </a:lstStyle>
          <a:p xmlns:a="http://schemas.openxmlformats.org/drawingml/2006/main">
            <a:pPr algn="l">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FR10 đến FR12</a:t>
            </a:r>
          </a:p>
        </p:txBody>
      </p:sp>
    </p:spTree>
    <p:extLst>
      <p:ext uri="{BB962C8B-B14F-4D97-AF65-F5344CB8AC3E}">
        <p14:creationId xmlns:p14="http://schemas.microsoft.com/office/powerpoint/2010/main" val="1393201287"/>
      </p:ext>
    </p:extLst>
  </p:cSld>
</p:sld>
</file>

<file path=ppt/slides/slide3.xml><?xml version="1.0" encoding="utf-8"?>
<p:sld xmlns:p="http://schemas.openxmlformats.org/presentationml/2006/main">
  <p:cSld>
    <p:bg>
      <p:bgPr>
        <a:solidFill xmlns:a="http://schemas.openxmlformats.org/drawingml/2006/main">
          <a:srgbClr val="0B1739"/>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24CFEBBD-7B88-4A1B-8566-9B28423F9E59}"/>
              </a:ext>
            </a:extLst>
          </p:cNvPr>
          <p:cNvCxnSpPr>
            <a:stCxn xmlns:a="http://schemas.openxmlformats.org/drawingml/2006/main" id="11" idx="3"/>
            <a:endCxn xmlns:a="http://schemas.openxmlformats.org/drawingml/2006/main" id="8" idx="2"/>
          </p:cNvCxnSpPr>
          <p:nvPr/>
        </p:nvCxnSpPr>
        <p:spPr>
          <a:xfrm xmlns:a="http://schemas.openxmlformats.org/drawingml/2006/main" flipV="1">
            <a:off x="8477250" y="4352925"/>
            <a:ext cx="1438275" cy="1119188"/>
          </a:xfrm>
          <a:prstGeom xmlns:a="http://schemas.openxmlformats.org/drawingml/2006/main" prst="bentConnector2">
            <a:avLst/>
          </a:prstGeom>
          <a:ln xmlns:a="http://schemas.openxmlformats.org/drawingml/2006/main" w="23813">
            <a:solidFill>
              <a:srgbClr val="FF9F43"/>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20A675EF-E96C-48E8-B502-AE0D8589BEC5}"/>
              </a:ext>
            </a:extLst>
          </p:cNvPr>
          <p:cNvCxnSpPr>
            <a:stCxn xmlns:a="http://schemas.openxmlformats.org/drawingml/2006/main" id="9" idx="2"/>
            <a:endCxn xmlns:a="http://schemas.openxmlformats.org/drawingml/2006/main" id="11" idx="0"/>
          </p:cNvCxnSpPr>
          <p:nvPr/>
        </p:nvCxnSpPr>
        <p:spPr>
          <a:xfrm xmlns:a="http://schemas.openxmlformats.org/drawingml/2006/main">
            <a:off x="6810375" y="4686300"/>
            <a:ext cx="190500" cy="476250"/>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BB318554-0548-4C6F-B51D-A715600CCD02}"/>
              </a:ext>
            </a:extLst>
          </p:cNvPr>
          <p:cNvCxnSpPr>
            <a:stCxn xmlns:a="http://schemas.openxmlformats.org/drawingml/2006/main" id="9" idx="1"/>
            <a:endCxn xmlns:a="http://schemas.openxmlformats.org/drawingml/2006/main" id="10" idx="3"/>
          </p:cNvCxnSpPr>
          <p:nvPr/>
        </p:nvCxnSpPr>
        <p:spPr>
          <a:xfrm xmlns:a="http://schemas.openxmlformats.org/drawingml/2006/main" flipH="1" flipV="1">
            <a:off x="4714875" y="3919538"/>
            <a:ext cx="809625" cy="52388"/>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A9B43647-AADB-44CE-8F94-7ECF26F52EE8}"/>
              </a:ext>
            </a:extLst>
          </p:cNvPr>
          <p:cNvCxnSpPr>
            <a:stCxn xmlns:a="http://schemas.openxmlformats.org/drawingml/2006/main" id="8" idx="1"/>
            <a:endCxn xmlns:a="http://schemas.openxmlformats.org/drawingml/2006/main" id="9" idx="3"/>
          </p:cNvCxnSpPr>
          <p:nvPr/>
        </p:nvCxnSpPr>
        <p:spPr>
          <a:xfrm xmlns:a="http://schemas.openxmlformats.org/drawingml/2006/main" flipH="1">
            <a:off x="8096250" y="3924300"/>
            <a:ext cx="628650" cy="47625"/>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0132BADC-A81A-4DF0-B4DB-537F98CE1F7A}"/>
              </a:ext>
            </a:extLst>
          </p:cNvPr>
          <p:cNvCxnSpPr>
            <a:stCxn xmlns:a="http://schemas.openxmlformats.org/drawingml/2006/main" id="7" idx="2"/>
            <a:endCxn xmlns:a="http://schemas.openxmlformats.org/drawingml/2006/main" id="8" idx="0"/>
          </p:cNvCxnSpPr>
          <p:nvPr/>
        </p:nvCxnSpPr>
        <p:spPr>
          <a:xfrm xmlns:a="http://schemas.openxmlformats.org/drawingml/2006/main">
            <a:off x="9915525" y="2447925"/>
            <a:ext cx="0" cy="1047750"/>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CEE2F1B3-D850-43EA-A0BD-FDF04C47DA98}"/>
              </a:ext>
            </a:extLst>
          </p:cNvPr>
          <p:cNvCxnSpPr>
            <a:stCxn xmlns:a="http://schemas.openxmlformats.org/drawingml/2006/main" id="6" idx="3"/>
            <a:endCxn xmlns:a="http://schemas.openxmlformats.org/drawingml/2006/main" id="7" idx="1"/>
          </p:cNvCxnSpPr>
          <p:nvPr/>
        </p:nvCxnSpPr>
        <p:spPr>
          <a:xfrm xmlns:a="http://schemas.openxmlformats.org/drawingml/2006/main">
            <a:off x="8039100" y="2005013"/>
            <a:ext cx="685800" cy="0"/>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0242695B-C5DA-4AED-80BA-A1FCEBC0A60B}"/>
              </a:ext>
            </a:extLst>
          </p:cNvPr>
          <p:cNvCxnSpPr>
            <a:stCxn xmlns:a="http://schemas.openxmlformats.org/drawingml/2006/main" id="5" idx="3"/>
            <a:endCxn xmlns:a="http://schemas.openxmlformats.org/drawingml/2006/main" id="6" idx="1"/>
          </p:cNvCxnSpPr>
          <p:nvPr/>
        </p:nvCxnSpPr>
        <p:spPr>
          <a:xfrm xmlns:a="http://schemas.openxmlformats.org/drawingml/2006/main">
            <a:off x="5200650" y="2005013"/>
            <a:ext cx="647700" cy="0"/>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90384244-A2F4-4A3E-9122-1B100BAE62C1}"/>
              </a:ext>
            </a:extLst>
          </p:cNvPr>
          <p:cNvCxnSpPr>
            <a:stCxn xmlns:a="http://schemas.openxmlformats.org/drawingml/2006/main" id="4" idx="3"/>
            <a:endCxn xmlns:a="http://schemas.openxmlformats.org/drawingml/2006/main" id="5" idx="1"/>
          </p:cNvCxnSpPr>
          <p:nvPr/>
        </p:nvCxnSpPr>
        <p:spPr>
          <a:xfrm xmlns:a="http://schemas.openxmlformats.org/drawingml/2006/main">
            <a:off x="2371725" y="2005013"/>
            <a:ext cx="638175" cy="0"/>
          </a:xfrm>
          <a:prstGeom xmlns:a="http://schemas.openxmlformats.org/drawingml/2006/main" prst="straightConnector1">
            <a:avLst/>
          </a:prstGeom>
          <a:ln xmlns:a="http://schemas.openxmlformats.org/drawingml/2006/main" w="23813">
            <a:solidFill>
              <a:srgbClr val="FF9F43"/>
            </a:solidFill>
            <a:prstDash val="solid"/>
            <a:tailEnd type="arrow" w="med" len="med"/>
          </a:ln>
        </p:spPr>
      </p:cxnSp>
      <p:sp>
        <p:nvSpPr>
          <p:cNvPr id="22" name="title">
            <a:extLst xmlns:a="http://schemas.openxmlformats.org/drawingml/2006/main">
              <a:ext uri="{FF2B5EF4-FFF2-40B4-BE49-F238E27FC236}">
                <a16:creationId xmlns:a16="http://schemas.microsoft.com/office/drawing/2014/main" id="{10A64B1D-5BA0-4FF0-9542-09F516BD298E}"/>
              </a:ext>
            </a:extLst>
          </p:cNvPr>
          <p:cNvSpPr>
            <a:spLocks xmlns:a="http://schemas.openxmlformats.org/drawingml/2006/main" noGrp="1"/>
          </p:cNvSpPr>
          <p:nvPr/>
        </p:nvSpPr>
        <p:spPr>
          <a:xfrm xmlns:a="http://schemas.openxmlformats.org/drawingml/2006/main">
            <a:off x="609600" y="333375"/>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450" b="1">
                <a:solidFill>
                  <a:srgbClr val="FFFFFF"/>
                </a:solidFill>
                <a:latin typeface="DejaVu Sans"/>
                <a:ea typeface="DejaVu Sans"/>
                <a:cs typeface="DejaVu Sans"/>
              </a:defRPr>
            </a:defPPr>
            <a:lvl1pPr algn="l">
              <a:defRPr sz="3450" b="1">
                <a:solidFill>
                  <a:srgbClr val="FFFFFF"/>
                </a:solidFill>
                <a:latin typeface="DejaVu Sans"/>
                <a:ea typeface="DejaVu Sans"/>
                <a:cs typeface="DejaVu Sans"/>
              </a:defRPr>
            </a:lvl1pPr>
            <a:lvl2pPr algn="l">
              <a:defRPr sz="3450" b="1">
                <a:solidFill>
                  <a:srgbClr val="FFFFFF"/>
                </a:solidFill>
                <a:latin typeface="DejaVu Sans"/>
                <a:ea typeface="DejaVu Sans"/>
                <a:cs typeface="DejaVu Sans"/>
              </a:defRPr>
            </a:lvl2pPr>
            <a:lvl3pPr algn="l">
              <a:defRPr sz="3450" b="1">
                <a:solidFill>
                  <a:srgbClr val="FFFFFF"/>
                </a:solidFill>
                <a:latin typeface="DejaVu Sans"/>
                <a:ea typeface="DejaVu Sans"/>
                <a:cs typeface="DejaVu Sans"/>
              </a:defRPr>
            </a:lvl3pPr>
            <a:lvl4pPr algn="l">
              <a:defRPr sz="3450" b="1">
                <a:solidFill>
                  <a:srgbClr val="FFFFFF"/>
                </a:solidFill>
                <a:latin typeface="DejaVu Sans"/>
                <a:ea typeface="DejaVu Sans"/>
                <a:cs typeface="DejaVu Sans"/>
              </a:defRPr>
            </a:lvl4pPr>
            <a:lvl5pPr algn="l">
              <a:defRPr sz="3450" b="1">
                <a:solidFill>
                  <a:srgbClr val="FFFFFF"/>
                </a:solidFill>
                <a:latin typeface="DejaVu Sans"/>
                <a:ea typeface="DejaVu Sans"/>
                <a:cs typeface="DejaVu Sans"/>
              </a:defRPr>
            </a:lvl5pPr>
            <a:lvl6pPr algn="l">
              <a:defRPr sz="3450" b="1">
                <a:solidFill>
                  <a:srgbClr val="FFFFFF"/>
                </a:solidFill>
                <a:latin typeface="DejaVu Sans"/>
                <a:ea typeface="DejaVu Sans"/>
                <a:cs typeface="DejaVu Sans"/>
              </a:defRPr>
            </a:lvl6pPr>
            <a:lvl7pPr algn="l">
              <a:defRPr sz="3450" b="1">
                <a:solidFill>
                  <a:srgbClr val="FFFFFF"/>
                </a:solidFill>
                <a:latin typeface="DejaVu Sans"/>
                <a:ea typeface="DejaVu Sans"/>
                <a:cs typeface="DejaVu Sans"/>
              </a:defRPr>
            </a:lvl7pPr>
            <a:lvl8pPr algn="l">
              <a:defRPr sz="3450" b="1">
                <a:solidFill>
                  <a:srgbClr val="FFFFFF"/>
                </a:solidFill>
                <a:latin typeface="DejaVu Sans"/>
                <a:ea typeface="DejaVu Sans"/>
                <a:cs typeface="DejaVu Sans"/>
              </a:defRPr>
            </a:lvl8pPr>
            <a:lvl9pPr algn="l">
              <a:defRPr sz="3450" b="1">
                <a:solidFill>
                  <a:srgbClr val="FFFFFF"/>
                </a:solidFill>
                <a:latin typeface="DejaVu Sans"/>
                <a:ea typeface="DejaVu Sans"/>
                <a:cs typeface="DejaVu Sans"/>
              </a:defRPr>
            </a:lvl9pPr>
          </a:lstStyle>
          <a:p xmlns:a="http://schemas.openxmlformats.org/drawingml/2006/main">
            <a:pPr algn="l">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Lộ trình học tập</a:t>
            </a:r>
          </a:p>
        </p:txBody>
      </p:sp>
      <p:sp>
        <p:nvSpPr>
          <p:cNvPr id="2" name="footer">
            <a:extLst xmlns:a="http://schemas.openxmlformats.org/drawingml/2006/main">
              <a:ext uri="{FF2B5EF4-FFF2-40B4-BE49-F238E27FC236}">
                <a16:creationId xmlns:a16="http://schemas.microsoft.com/office/drawing/2014/main" id="{1F4B7494-0E67-4533-A073-17791907313E}"/>
              </a:ext>
            </a:extLst>
          </p:cNvPr>
          <p:cNvSpPr>
            <a:spLocks xmlns:a="http://schemas.openxmlformats.org/drawingml/2006/main" noGrp="1"/>
          </p:cNvSpPr>
          <p:nvPr/>
        </p:nvSpPr>
        <p:spPr>
          <a:xfrm xmlns:a="http://schemas.openxmlformats.org/drawingml/2006/main">
            <a:off x="609600" y="61531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FFFFFF"/>
                </a:solidFill>
                <a:latin typeface="DejaVu Sans"/>
                <a:ea typeface="DejaVu Sans"/>
                <a:cs typeface="DejaVu Sans"/>
              </a:defRPr>
            </a:defPPr>
            <a:lvl1pPr algn="l">
              <a:defRPr sz="1575" b="0">
                <a:solidFill>
                  <a:srgbClr val="FFFFFF"/>
                </a:solidFill>
                <a:latin typeface="DejaVu Sans"/>
                <a:ea typeface="DejaVu Sans"/>
                <a:cs typeface="DejaVu Sans"/>
              </a:defRPr>
            </a:lvl1pPr>
            <a:lvl2pPr algn="l">
              <a:defRPr sz="1575" b="0">
                <a:solidFill>
                  <a:srgbClr val="FFFFFF"/>
                </a:solidFill>
                <a:latin typeface="DejaVu Sans"/>
                <a:ea typeface="DejaVu Sans"/>
                <a:cs typeface="DejaVu Sans"/>
              </a:defRPr>
            </a:lvl2pPr>
            <a:lvl3pPr algn="l">
              <a:defRPr sz="1575" b="0">
                <a:solidFill>
                  <a:srgbClr val="FFFFFF"/>
                </a:solidFill>
                <a:latin typeface="DejaVu Sans"/>
                <a:ea typeface="DejaVu Sans"/>
                <a:cs typeface="DejaVu Sans"/>
              </a:defRPr>
            </a:lvl3pPr>
            <a:lvl4pPr algn="l">
              <a:defRPr sz="1575" b="0">
                <a:solidFill>
                  <a:srgbClr val="FFFFFF"/>
                </a:solidFill>
                <a:latin typeface="DejaVu Sans"/>
                <a:ea typeface="DejaVu Sans"/>
                <a:cs typeface="DejaVu Sans"/>
              </a:defRPr>
            </a:lvl4pPr>
            <a:lvl5pPr algn="l">
              <a:defRPr sz="1575" b="0">
                <a:solidFill>
                  <a:srgbClr val="FFFFFF"/>
                </a:solidFill>
                <a:latin typeface="DejaVu Sans"/>
                <a:ea typeface="DejaVu Sans"/>
                <a:cs typeface="DejaVu Sans"/>
              </a:defRPr>
            </a:lvl5pPr>
            <a:lvl6pPr algn="l">
              <a:defRPr sz="1575" b="0">
                <a:solidFill>
                  <a:srgbClr val="FFFFFF"/>
                </a:solidFill>
                <a:latin typeface="DejaVu Sans"/>
                <a:ea typeface="DejaVu Sans"/>
                <a:cs typeface="DejaVu Sans"/>
              </a:defRPr>
            </a:lvl6pPr>
            <a:lvl7pPr algn="l">
              <a:defRPr sz="1575" b="0">
                <a:solidFill>
                  <a:srgbClr val="FFFFFF"/>
                </a:solidFill>
                <a:latin typeface="DejaVu Sans"/>
                <a:ea typeface="DejaVu Sans"/>
                <a:cs typeface="DejaVu Sans"/>
              </a:defRPr>
            </a:lvl7pPr>
            <a:lvl8pPr algn="l">
              <a:defRPr sz="1575" b="0">
                <a:solidFill>
                  <a:srgbClr val="FFFFFF"/>
                </a:solidFill>
                <a:latin typeface="DejaVu Sans"/>
                <a:ea typeface="DejaVu Sans"/>
                <a:cs typeface="DejaVu Sans"/>
              </a:defRPr>
            </a:lvl8pPr>
            <a:lvl9pPr algn="l">
              <a:defRPr sz="1575" b="0">
                <a:solidFill>
                  <a:srgbClr val="FFFFFF"/>
                </a:solidFill>
                <a:latin typeface="DejaVu Sans"/>
                <a:ea typeface="DejaVu Sans"/>
                <a:cs typeface="DejaVu Sans"/>
              </a:defRPr>
            </a:lvl9pPr>
          </a:lstStyle>
          <a:p xmlns:a="http://schemas.openxmlformats.org/drawingml/2006/main">
            <a:pPr algn="l">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Hình thoi là điều kiện     Mũi tên thể hiện hướng đi</a:t>
            </a:r>
          </a:p>
        </p:txBody>
      </p:sp>
      <p:sp>
        <p:nvSpPr>
          <p:cNvPr id="3" name="page">
            <a:extLst xmlns:a="http://schemas.openxmlformats.org/drawingml/2006/main">
              <a:ext uri="{FF2B5EF4-FFF2-40B4-BE49-F238E27FC236}">
                <a16:creationId xmlns:a16="http://schemas.microsoft.com/office/drawing/2014/main" id="{7C2EB915-7A6F-4E0B-8BF6-BE9F64062FC0}"/>
              </a:ext>
            </a:extLst>
          </p:cNvPr>
          <p:cNvSpPr>
            <a:spLocks xmlns:a="http://schemas.openxmlformats.org/drawingml/2006/main" noGrp="1"/>
          </p:cNvSpPr>
          <p:nvPr/>
        </p:nvSpPr>
        <p:spPr>
          <a:xfrm xmlns:a="http://schemas.openxmlformats.org/drawingml/2006/main">
            <a:off x="10877550" y="6153150"/>
            <a:ext cx="70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725" b="1">
                <a:solidFill>
                  <a:srgbClr val="FF9F43"/>
                </a:solidFill>
                <a:latin typeface="DejaVu Sans"/>
                <a:ea typeface="DejaVu Sans"/>
                <a:cs typeface="DejaVu Sans"/>
              </a:defRPr>
            </a:defPPr>
            <a:lvl1pPr algn="r">
              <a:defRPr sz="1725" b="1">
                <a:solidFill>
                  <a:srgbClr val="FF9F43"/>
                </a:solidFill>
                <a:latin typeface="DejaVu Sans"/>
                <a:ea typeface="DejaVu Sans"/>
                <a:cs typeface="DejaVu Sans"/>
              </a:defRPr>
            </a:lvl1pPr>
            <a:lvl2pPr algn="r">
              <a:defRPr sz="1725" b="1">
                <a:solidFill>
                  <a:srgbClr val="FF9F43"/>
                </a:solidFill>
                <a:latin typeface="DejaVu Sans"/>
                <a:ea typeface="DejaVu Sans"/>
                <a:cs typeface="DejaVu Sans"/>
              </a:defRPr>
            </a:lvl2pPr>
            <a:lvl3pPr algn="r">
              <a:defRPr sz="1725" b="1">
                <a:solidFill>
                  <a:srgbClr val="FF9F43"/>
                </a:solidFill>
                <a:latin typeface="DejaVu Sans"/>
                <a:ea typeface="DejaVu Sans"/>
                <a:cs typeface="DejaVu Sans"/>
              </a:defRPr>
            </a:lvl3pPr>
            <a:lvl4pPr algn="r">
              <a:defRPr sz="1725" b="1">
                <a:solidFill>
                  <a:srgbClr val="FF9F43"/>
                </a:solidFill>
                <a:latin typeface="DejaVu Sans"/>
                <a:ea typeface="DejaVu Sans"/>
                <a:cs typeface="DejaVu Sans"/>
              </a:defRPr>
            </a:lvl4pPr>
            <a:lvl5pPr algn="r">
              <a:defRPr sz="1725" b="1">
                <a:solidFill>
                  <a:srgbClr val="FF9F43"/>
                </a:solidFill>
                <a:latin typeface="DejaVu Sans"/>
                <a:ea typeface="DejaVu Sans"/>
                <a:cs typeface="DejaVu Sans"/>
              </a:defRPr>
            </a:lvl5pPr>
            <a:lvl6pPr algn="r">
              <a:defRPr sz="1725" b="1">
                <a:solidFill>
                  <a:srgbClr val="FF9F43"/>
                </a:solidFill>
                <a:latin typeface="DejaVu Sans"/>
                <a:ea typeface="DejaVu Sans"/>
                <a:cs typeface="DejaVu Sans"/>
              </a:defRPr>
            </a:lvl6pPr>
            <a:lvl7pPr algn="r">
              <a:defRPr sz="1725" b="1">
                <a:solidFill>
                  <a:srgbClr val="FF9F43"/>
                </a:solidFill>
                <a:latin typeface="DejaVu Sans"/>
                <a:ea typeface="DejaVu Sans"/>
                <a:cs typeface="DejaVu Sans"/>
              </a:defRPr>
            </a:lvl7pPr>
            <a:lvl8pPr algn="r">
              <a:defRPr sz="1725" b="1">
                <a:solidFill>
                  <a:srgbClr val="FF9F43"/>
                </a:solidFill>
                <a:latin typeface="DejaVu Sans"/>
                <a:ea typeface="DejaVu Sans"/>
                <a:cs typeface="DejaVu Sans"/>
              </a:defRPr>
            </a:lvl8pPr>
            <a:lvl9pPr algn="r">
              <a:defRPr sz="1725" b="1">
                <a:solidFill>
                  <a:srgbClr val="FF9F43"/>
                </a:solidFill>
                <a:latin typeface="DejaVu Sans"/>
                <a:ea typeface="DejaVu Sans"/>
                <a:cs typeface="DejaVu Sans"/>
              </a:defRPr>
            </a:lvl9pPr>
          </a:lstStyle>
          <a:p xmlns:a="http://schemas.openxmlformats.org/drawingml/2006/main">
            <a:pPr algn="r">
              <a:defRPr sz="1725" b="1">
                <a:solidFill>
                  <a:srgbClr val="FF9F43"/>
                </a:solidFill>
                <a:latin typeface="DejaVu Sans"/>
                <a:ea typeface="DejaVu Sans"/>
                <a:cs typeface="DejaVu Sans"/>
              </a:defRPr>
            </a:pPr>
            <a:r>
              <a:rPr sz="1725" b="1">
                <a:solidFill>
                  <a:srgbClr val="FF9F43"/>
                </a:solidFill>
                <a:latin typeface="DejaVu Sans"/>
                <a:ea typeface="DejaVu Sans"/>
                <a:cs typeface="DejaVu Sans"/>
              </a:rPr>
              <a:t>03</a:t>
            </a:r>
          </a:p>
        </p:txBody>
      </p:sp>
      <p:sp>
        <p:nvSpPr>
          <p:cNvPr id="4" name="start">
            <a:extLst xmlns:a="http://schemas.openxmlformats.org/drawingml/2006/main">
              <a:ext uri="{FF2B5EF4-FFF2-40B4-BE49-F238E27FC236}">
                <a16:creationId xmlns:a16="http://schemas.microsoft.com/office/drawing/2014/main" id="{8B090216-F4DD-40BA-94F8-A3C0B9A18B8D}"/>
              </a:ext>
            </a:extLst>
          </p:cNvPr>
          <p:cNvSpPr>
            <a:spLocks xmlns:a="http://schemas.openxmlformats.org/drawingml/2006/main" noGrp="1"/>
          </p:cNvSpPr>
          <p:nvPr/>
        </p:nvSpPr>
        <p:spPr>
          <a:xfrm xmlns:a="http://schemas.openxmlformats.org/drawingml/2006/main">
            <a:off x="609600" y="1685925"/>
            <a:ext cx="1762125" cy="638175"/>
          </a:xfrm>
          <a:prstGeom xmlns:a="http://schemas.openxmlformats.org/drawingml/2006/main" prst="roundRect">
            <a:avLst>
              <a:gd name="adj" fmla="val 11940"/>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Bắt đầu</a:t>
            </a:r>
          </a:p>
        </p:txBody>
      </p:sp>
      <p:sp>
        <p:nvSpPr>
          <p:cNvPr id="5" name="enroll">
            <a:extLst xmlns:a="http://schemas.openxmlformats.org/drawingml/2006/main">
              <a:ext uri="{FF2B5EF4-FFF2-40B4-BE49-F238E27FC236}">
                <a16:creationId xmlns:a16="http://schemas.microsoft.com/office/drawing/2014/main" id="{CBEA501D-736F-449A-8419-5E3101133750}"/>
              </a:ext>
            </a:extLst>
          </p:cNvPr>
          <p:cNvSpPr>
            <a:spLocks xmlns:a="http://schemas.openxmlformats.org/drawingml/2006/main" noGrp="1"/>
          </p:cNvSpPr>
          <p:nvPr/>
        </p:nvSpPr>
        <p:spPr>
          <a:xfrm xmlns:a="http://schemas.openxmlformats.org/drawingml/2006/main">
            <a:off x="3009900" y="1562100"/>
            <a:ext cx="2190750" cy="885825"/>
          </a:xfrm>
          <a:prstGeom xmlns:a="http://schemas.openxmlformats.org/drawingml/2006/main" prst="rect">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Đăng ký</a:t>
            </a:r>
          </a:p>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khóa học</a:t>
            </a:r>
          </a:p>
        </p:txBody>
      </p:sp>
      <p:sp>
        <p:nvSpPr>
          <p:cNvPr id="6" name="attend">
            <a:extLst xmlns:a="http://schemas.openxmlformats.org/drawingml/2006/main">
              <a:ext uri="{FF2B5EF4-FFF2-40B4-BE49-F238E27FC236}">
                <a16:creationId xmlns:a16="http://schemas.microsoft.com/office/drawing/2014/main" id="{09640393-4371-40AC-BFD0-C3E51E8018B3}"/>
              </a:ext>
            </a:extLst>
          </p:cNvPr>
          <p:cNvSpPr>
            <a:spLocks xmlns:a="http://schemas.openxmlformats.org/drawingml/2006/main" noGrp="1"/>
          </p:cNvSpPr>
          <p:nvPr/>
        </p:nvSpPr>
        <p:spPr>
          <a:xfrm xmlns:a="http://schemas.openxmlformats.org/drawingml/2006/main">
            <a:off x="5848350" y="1685925"/>
            <a:ext cx="2190750" cy="638175"/>
          </a:xfrm>
          <a:prstGeom xmlns:a="http://schemas.openxmlformats.org/drawingml/2006/main" prst="rect">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Vào lớp ảo</a:t>
            </a:r>
          </a:p>
        </p:txBody>
      </p:sp>
      <p:sp>
        <p:nvSpPr>
          <p:cNvPr id="7" name="exercise">
            <a:extLst xmlns:a="http://schemas.openxmlformats.org/drawingml/2006/main">
              <a:ext uri="{FF2B5EF4-FFF2-40B4-BE49-F238E27FC236}">
                <a16:creationId xmlns:a16="http://schemas.microsoft.com/office/drawing/2014/main" id="{D0D321B0-A5E3-4B68-B08D-DB48D41825A2}"/>
              </a:ext>
            </a:extLst>
          </p:cNvPr>
          <p:cNvSpPr>
            <a:spLocks xmlns:a="http://schemas.openxmlformats.org/drawingml/2006/main" noGrp="1"/>
          </p:cNvSpPr>
          <p:nvPr/>
        </p:nvSpPr>
        <p:spPr>
          <a:xfrm xmlns:a="http://schemas.openxmlformats.org/drawingml/2006/main">
            <a:off x="8724900" y="1562100"/>
            <a:ext cx="2381250" cy="885825"/>
          </a:xfrm>
          <a:prstGeom xmlns:a="http://schemas.openxmlformats.org/drawingml/2006/main" prst="rect">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Học và</a:t>
            </a:r>
          </a:p>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làm bài</a:t>
            </a:r>
          </a:p>
        </p:txBody>
      </p:sp>
      <p:sp>
        <p:nvSpPr>
          <p:cNvPr id="8" name="test">
            <a:extLst xmlns:a="http://schemas.openxmlformats.org/drawingml/2006/main">
              <a:ext uri="{FF2B5EF4-FFF2-40B4-BE49-F238E27FC236}">
                <a16:creationId xmlns:a16="http://schemas.microsoft.com/office/drawing/2014/main" id="{5D65AC5E-9819-426D-BCAA-FE96E52E9A58}"/>
              </a:ext>
            </a:extLst>
          </p:cNvPr>
          <p:cNvSpPr>
            <a:spLocks xmlns:a="http://schemas.openxmlformats.org/drawingml/2006/main" noGrp="1"/>
          </p:cNvSpPr>
          <p:nvPr/>
        </p:nvSpPr>
        <p:spPr>
          <a:xfrm xmlns:a="http://schemas.openxmlformats.org/drawingml/2006/main">
            <a:off x="8724900" y="3495675"/>
            <a:ext cx="2381250" cy="857250"/>
          </a:xfrm>
          <a:prstGeom xmlns:a="http://schemas.openxmlformats.org/drawingml/2006/main" prst="rect">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Kiểm tra</a:t>
            </a:r>
          </a:p>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cuối khóa</a:t>
            </a:r>
          </a:p>
        </p:txBody>
      </p:sp>
      <p:sp>
        <p:nvSpPr>
          <p:cNvPr id="9" name="decision">
            <a:extLst xmlns:a="http://schemas.openxmlformats.org/drawingml/2006/main">
              <a:ext uri="{FF2B5EF4-FFF2-40B4-BE49-F238E27FC236}">
                <a16:creationId xmlns:a16="http://schemas.microsoft.com/office/drawing/2014/main" id="{926D9FDF-5709-4233-A6E9-AE3CBC866D31}"/>
              </a:ext>
            </a:extLst>
          </p:cNvPr>
          <p:cNvSpPr>
            <a:spLocks xmlns:a="http://schemas.openxmlformats.org/drawingml/2006/main" noGrp="1"/>
          </p:cNvSpPr>
          <p:nvPr/>
        </p:nvSpPr>
        <p:spPr>
          <a:xfrm xmlns:a="http://schemas.openxmlformats.org/drawingml/2006/main">
            <a:off x="5524500" y="3257550"/>
            <a:ext cx="2571750" cy="1428750"/>
          </a:xfrm>
          <a:prstGeom xmlns:a="http://schemas.openxmlformats.org/drawingml/2006/main" prst="diamond">
            <a:avLst/>
          </a:prstGeom>
          <a:solidFill xmlns:a="http://schemas.openxmlformats.org/drawingml/2006/main">
            <a:srgbClr val="FF9F43"/>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0B1739"/>
                </a:solidFill>
                <a:latin typeface="DejaVu Sans"/>
                <a:ea typeface="DejaVu Sans"/>
                <a:cs typeface="DejaVu Sans"/>
              </a:defRPr>
            </a:defPPr>
            <a:lvl1pPr algn="ctr">
              <a:defRPr sz="1875" b="1">
                <a:solidFill>
                  <a:srgbClr val="0B1739"/>
                </a:solidFill>
                <a:latin typeface="DejaVu Sans"/>
                <a:ea typeface="DejaVu Sans"/>
                <a:cs typeface="DejaVu Sans"/>
              </a:defRPr>
            </a:lvl1pPr>
            <a:lvl2pPr algn="ctr">
              <a:defRPr sz="1875" b="1">
                <a:solidFill>
                  <a:srgbClr val="0B1739"/>
                </a:solidFill>
                <a:latin typeface="DejaVu Sans"/>
                <a:ea typeface="DejaVu Sans"/>
                <a:cs typeface="DejaVu Sans"/>
              </a:defRPr>
            </a:lvl2pPr>
            <a:lvl3pPr algn="ctr">
              <a:defRPr sz="1875" b="1">
                <a:solidFill>
                  <a:srgbClr val="0B1739"/>
                </a:solidFill>
                <a:latin typeface="DejaVu Sans"/>
                <a:ea typeface="DejaVu Sans"/>
                <a:cs typeface="DejaVu Sans"/>
              </a:defRPr>
            </a:lvl3pPr>
            <a:lvl4pPr algn="ctr">
              <a:defRPr sz="1875" b="1">
                <a:solidFill>
                  <a:srgbClr val="0B1739"/>
                </a:solidFill>
                <a:latin typeface="DejaVu Sans"/>
                <a:ea typeface="DejaVu Sans"/>
                <a:cs typeface="DejaVu Sans"/>
              </a:defRPr>
            </a:lvl4pPr>
            <a:lvl5pPr algn="ctr">
              <a:defRPr sz="1875" b="1">
                <a:solidFill>
                  <a:srgbClr val="0B1739"/>
                </a:solidFill>
                <a:latin typeface="DejaVu Sans"/>
                <a:ea typeface="DejaVu Sans"/>
                <a:cs typeface="DejaVu Sans"/>
              </a:defRPr>
            </a:lvl5pPr>
            <a:lvl6pPr algn="ctr">
              <a:defRPr sz="1875" b="1">
                <a:solidFill>
                  <a:srgbClr val="0B1739"/>
                </a:solidFill>
                <a:latin typeface="DejaVu Sans"/>
                <a:ea typeface="DejaVu Sans"/>
                <a:cs typeface="DejaVu Sans"/>
              </a:defRPr>
            </a:lvl6pPr>
            <a:lvl7pPr algn="ctr">
              <a:defRPr sz="1875" b="1">
                <a:solidFill>
                  <a:srgbClr val="0B1739"/>
                </a:solidFill>
                <a:latin typeface="DejaVu Sans"/>
                <a:ea typeface="DejaVu Sans"/>
                <a:cs typeface="DejaVu Sans"/>
              </a:defRPr>
            </a:lvl7pPr>
            <a:lvl8pPr algn="ctr">
              <a:defRPr sz="1875" b="1">
                <a:solidFill>
                  <a:srgbClr val="0B1739"/>
                </a:solidFill>
                <a:latin typeface="DejaVu Sans"/>
                <a:ea typeface="DejaVu Sans"/>
                <a:cs typeface="DejaVu Sans"/>
              </a:defRPr>
            </a:lvl8pPr>
            <a:lvl9pPr algn="ctr">
              <a:defRPr sz="1875" b="1">
                <a:solidFill>
                  <a:srgbClr val="0B1739"/>
                </a:solidFill>
                <a:latin typeface="DejaVu Sans"/>
                <a:ea typeface="DejaVu Sans"/>
                <a:cs typeface="DejaVu Sans"/>
              </a:defRPr>
            </a:lvl9pPr>
          </a:lstStyle>
          <a:p xmlns:a="http://schemas.openxmlformats.org/drawingml/2006/main">
            <a:pPr algn="ctr">
              <a:defRPr sz="1875" b="1">
                <a:solidFill>
                  <a:srgbClr val="0B1739"/>
                </a:solidFill>
                <a:latin typeface="DejaVu Sans"/>
                <a:ea typeface="DejaVu Sans"/>
                <a:cs typeface="DejaVu Sans"/>
              </a:defRPr>
            </a:pPr>
            <a:r>
              <a:rPr sz="1875" b="1">
                <a:solidFill>
                  <a:srgbClr val="0B1739"/>
                </a:solidFill>
                <a:latin typeface="DejaVu Sans"/>
                <a:ea typeface="DejaVu Sans"/>
                <a:cs typeface="DejaVu Sans"/>
              </a:rPr>
              <a:t>Đạt yêu cầu?</a:t>
            </a:r>
          </a:p>
        </p:txBody>
      </p:sp>
      <p:sp>
        <p:nvSpPr>
          <p:cNvPr id="10" name="finish">
            <a:extLst xmlns:a="http://schemas.openxmlformats.org/drawingml/2006/main">
              <a:ext uri="{FF2B5EF4-FFF2-40B4-BE49-F238E27FC236}">
                <a16:creationId xmlns:a16="http://schemas.microsoft.com/office/drawing/2014/main" id="{D73F6353-4605-4DFC-B8C3-9CCD48D66EF3}"/>
              </a:ext>
            </a:extLst>
          </p:cNvPr>
          <p:cNvSpPr>
            <a:spLocks xmlns:a="http://schemas.openxmlformats.org/drawingml/2006/main" noGrp="1"/>
          </p:cNvSpPr>
          <p:nvPr/>
        </p:nvSpPr>
        <p:spPr>
          <a:xfrm xmlns:a="http://schemas.openxmlformats.org/drawingml/2006/main">
            <a:off x="2524125" y="3600450"/>
            <a:ext cx="2190750" cy="638175"/>
          </a:xfrm>
          <a:prstGeom xmlns:a="http://schemas.openxmlformats.org/drawingml/2006/main" prst="roundRect">
            <a:avLst>
              <a:gd name="adj" fmla="val 11940"/>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2025" b="0">
                <a:solidFill>
                  <a:srgbClr val="FFFFFF"/>
                </a:solidFill>
                <a:latin typeface="DejaVu Sans"/>
                <a:ea typeface="DejaVu Sans"/>
                <a:cs typeface="DejaVu Sans"/>
              </a:defRPr>
            </a:defPPr>
            <a:lvl1pPr algn="ctr">
              <a:defRPr sz="2025" b="0">
                <a:solidFill>
                  <a:srgbClr val="FFFFFF"/>
                </a:solidFill>
                <a:latin typeface="DejaVu Sans"/>
                <a:ea typeface="DejaVu Sans"/>
                <a:cs typeface="DejaVu Sans"/>
              </a:defRPr>
            </a:lvl1pPr>
            <a:lvl2pPr algn="ctr">
              <a:defRPr sz="2025" b="0">
                <a:solidFill>
                  <a:srgbClr val="FFFFFF"/>
                </a:solidFill>
                <a:latin typeface="DejaVu Sans"/>
                <a:ea typeface="DejaVu Sans"/>
                <a:cs typeface="DejaVu Sans"/>
              </a:defRPr>
            </a:lvl2pPr>
            <a:lvl3pPr algn="ctr">
              <a:defRPr sz="2025" b="0">
                <a:solidFill>
                  <a:srgbClr val="FFFFFF"/>
                </a:solidFill>
                <a:latin typeface="DejaVu Sans"/>
                <a:ea typeface="DejaVu Sans"/>
                <a:cs typeface="DejaVu Sans"/>
              </a:defRPr>
            </a:lvl3pPr>
            <a:lvl4pPr algn="ctr">
              <a:defRPr sz="2025" b="0">
                <a:solidFill>
                  <a:srgbClr val="FFFFFF"/>
                </a:solidFill>
                <a:latin typeface="DejaVu Sans"/>
                <a:ea typeface="DejaVu Sans"/>
                <a:cs typeface="DejaVu Sans"/>
              </a:defRPr>
            </a:lvl4pPr>
            <a:lvl5pPr algn="ctr">
              <a:defRPr sz="2025" b="0">
                <a:solidFill>
                  <a:srgbClr val="FFFFFF"/>
                </a:solidFill>
                <a:latin typeface="DejaVu Sans"/>
                <a:ea typeface="DejaVu Sans"/>
                <a:cs typeface="DejaVu Sans"/>
              </a:defRPr>
            </a:lvl5pPr>
            <a:lvl6pPr algn="ctr">
              <a:defRPr sz="2025" b="0">
                <a:solidFill>
                  <a:srgbClr val="FFFFFF"/>
                </a:solidFill>
                <a:latin typeface="DejaVu Sans"/>
                <a:ea typeface="DejaVu Sans"/>
                <a:cs typeface="DejaVu Sans"/>
              </a:defRPr>
            </a:lvl6pPr>
            <a:lvl7pPr algn="ctr">
              <a:defRPr sz="2025" b="0">
                <a:solidFill>
                  <a:srgbClr val="FFFFFF"/>
                </a:solidFill>
                <a:latin typeface="DejaVu Sans"/>
                <a:ea typeface="DejaVu Sans"/>
                <a:cs typeface="DejaVu Sans"/>
              </a:defRPr>
            </a:lvl7pPr>
            <a:lvl8pPr algn="ctr">
              <a:defRPr sz="2025" b="0">
                <a:solidFill>
                  <a:srgbClr val="FFFFFF"/>
                </a:solidFill>
                <a:latin typeface="DejaVu Sans"/>
                <a:ea typeface="DejaVu Sans"/>
                <a:cs typeface="DejaVu Sans"/>
              </a:defRPr>
            </a:lvl8pPr>
            <a:lvl9pPr algn="ctr">
              <a:defRPr sz="2025" b="0">
                <a:solidFill>
                  <a:srgbClr val="FFFFFF"/>
                </a:solidFill>
                <a:latin typeface="DejaVu Sans"/>
                <a:ea typeface="DejaVu Sans"/>
                <a:cs typeface="DejaVu Sans"/>
              </a:defRPr>
            </a:lvl9pPr>
          </a:lstStyle>
          <a:p xmlns:a="http://schemas.openxmlformats.org/drawingml/2006/main">
            <a:pPr algn="ct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Hoàn thành</a:t>
            </a:r>
          </a:p>
        </p:txBody>
      </p:sp>
      <p:sp>
        <p:nvSpPr>
          <p:cNvPr id="11" name="revise">
            <a:extLst xmlns:a="http://schemas.openxmlformats.org/drawingml/2006/main">
              <a:ext uri="{FF2B5EF4-FFF2-40B4-BE49-F238E27FC236}">
                <a16:creationId xmlns:a16="http://schemas.microsoft.com/office/drawing/2014/main" id="{8CD97176-54F0-4FF3-B3EC-52A688E6AC1D}"/>
              </a:ext>
            </a:extLst>
          </p:cNvPr>
          <p:cNvSpPr>
            <a:spLocks xmlns:a="http://schemas.openxmlformats.org/drawingml/2006/main" noGrp="1"/>
          </p:cNvSpPr>
          <p:nvPr/>
        </p:nvSpPr>
        <p:spPr>
          <a:xfrm xmlns:a="http://schemas.openxmlformats.org/drawingml/2006/main">
            <a:off x="5524500" y="5162550"/>
            <a:ext cx="2952750" cy="619125"/>
          </a:xfrm>
          <a:prstGeom xmlns:a="http://schemas.openxmlformats.org/drawingml/2006/main" prst="rect">
            <a:avLst/>
          </a:prstGeom>
          <a:solidFill xmlns:a="http://schemas.openxmlformats.org/drawingml/2006/main">
            <a:srgbClr val="0B1739"/>
          </a:solidFill>
          <a:ln xmlns:a="http://schemas.openxmlformats.org/drawingml/2006/main" w="23813">
            <a:solidFill>
              <a:srgbClr val="FF9F43"/>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0">
                <a:solidFill>
                  <a:srgbClr val="FFFFFF"/>
                </a:solidFill>
                <a:latin typeface="DejaVu Sans"/>
                <a:ea typeface="DejaVu Sans"/>
                <a:cs typeface="DejaVu Sans"/>
              </a:defRPr>
            </a:defPPr>
            <a:lvl1pPr algn="ctr">
              <a:defRPr sz="1875" b="0">
                <a:solidFill>
                  <a:srgbClr val="FFFFFF"/>
                </a:solidFill>
                <a:latin typeface="DejaVu Sans"/>
                <a:ea typeface="DejaVu Sans"/>
                <a:cs typeface="DejaVu Sans"/>
              </a:defRPr>
            </a:lvl1pPr>
            <a:lvl2pPr algn="ctr">
              <a:defRPr sz="1875" b="0">
                <a:solidFill>
                  <a:srgbClr val="FFFFFF"/>
                </a:solidFill>
                <a:latin typeface="DejaVu Sans"/>
                <a:ea typeface="DejaVu Sans"/>
                <a:cs typeface="DejaVu Sans"/>
              </a:defRPr>
            </a:lvl2pPr>
            <a:lvl3pPr algn="ctr">
              <a:defRPr sz="1875" b="0">
                <a:solidFill>
                  <a:srgbClr val="FFFFFF"/>
                </a:solidFill>
                <a:latin typeface="DejaVu Sans"/>
                <a:ea typeface="DejaVu Sans"/>
                <a:cs typeface="DejaVu Sans"/>
              </a:defRPr>
            </a:lvl3pPr>
            <a:lvl4pPr algn="ctr">
              <a:defRPr sz="1875" b="0">
                <a:solidFill>
                  <a:srgbClr val="FFFFFF"/>
                </a:solidFill>
                <a:latin typeface="DejaVu Sans"/>
                <a:ea typeface="DejaVu Sans"/>
                <a:cs typeface="DejaVu Sans"/>
              </a:defRPr>
            </a:lvl4pPr>
            <a:lvl5pPr algn="ctr">
              <a:defRPr sz="1875" b="0">
                <a:solidFill>
                  <a:srgbClr val="FFFFFF"/>
                </a:solidFill>
                <a:latin typeface="DejaVu Sans"/>
                <a:ea typeface="DejaVu Sans"/>
                <a:cs typeface="DejaVu Sans"/>
              </a:defRPr>
            </a:lvl5pPr>
            <a:lvl6pPr algn="ctr">
              <a:defRPr sz="1875" b="0">
                <a:solidFill>
                  <a:srgbClr val="FFFFFF"/>
                </a:solidFill>
                <a:latin typeface="DejaVu Sans"/>
                <a:ea typeface="DejaVu Sans"/>
                <a:cs typeface="DejaVu Sans"/>
              </a:defRPr>
            </a:lvl6pPr>
            <a:lvl7pPr algn="ctr">
              <a:defRPr sz="1875" b="0">
                <a:solidFill>
                  <a:srgbClr val="FFFFFF"/>
                </a:solidFill>
                <a:latin typeface="DejaVu Sans"/>
                <a:ea typeface="DejaVu Sans"/>
                <a:cs typeface="DejaVu Sans"/>
              </a:defRPr>
            </a:lvl7pPr>
            <a:lvl8pPr algn="ctr">
              <a:defRPr sz="1875" b="0">
                <a:solidFill>
                  <a:srgbClr val="FFFFFF"/>
                </a:solidFill>
                <a:latin typeface="DejaVu Sans"/>
                <a:ea typeface="DejaVu Sans"/>
                <a:cs typeface="DejaVu Sans"/>
              </a:defRPr>
            </a:lvl8pPr>
            <a:lvl9pPr algn="ctr">
              <a:defRPr sz="1875" b="0">
                <a:solidFill>
                  <a:srgbClr val="FFFFFF"/>
                </a:solidFill>
                <a:latin typeface="DejaVu Sans"/>
                <a:ea typeface="DejaVu Sans"/>
                <a:cs typeface="DejaVu Sans"/>
              </a:defRPr>
            </a:lvl9pPr>
          </a:lstStyle>
          <a:p xmlns:a="http://schemas.openxmlformats.org/drawingml/2006/main">
            <a:pPr algn="ct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Ôn tập và làm lại</a:t>
            </a:r>
          </a:p>
        </p:txBody>
      </p:sp>
      <p:sp>
        <p:nvSpPr>
          <p:cNvPr id="20" name="yes">
            <a:extLst xmlns:a="http://schemas.openxmlformats.org/drawingml/2006/main">
              <a:ext uri="{FF2B5EF4-FFF2-40B4-BE49-F238E27FC236}">
                <a16:creationId xmlns:a16="http://schemas.microsoft.com/office/drawing/2014/main" id="{5A9D8787-225E-4533-B747-C68E19D84520}"/>
              </a:ext>
            </a:extLst>
          </p:cNvPr>
          <p:cNvSpPr>
            <a:spLocks xmlns:a="http://schemas.openxmlformats.org/drawingml/2006/main" noGrp="1"/>
          </p:cNvSpPr>
          <p:nvPr/>
        </p:nvSpPr>
        <p:spPr>
          <a:xfrm xmlns:a="http://schemas.openxmlformats.org/drawingml/2006/main">
            <a:off x="4810125" y="3533775"/>
            <a:ext cx="638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FF9F43"/>
                </a:solidFill>
                <a:latin typeface="DejaVu Sans"/>
                <a:ea typeface="DejaVu Sans"/>
                <a:cs typeface="DejaVu Sans"/>
              </a:defRPr>
            </a:defPPr>
            <a:lvl1pPr algn="ctr">
              <a:defRPr sz="1800" b="1">
                <a:solidFill>
                  <a:srgbClr val="FF9F43"/>
                </a:solidFill>
                <a:latin typeface="DejaVu Sans"/>
                <a:ea typeface="DejaVu Sans"/>
                <a:cs typeface="DejaVu Sans"/>
              </a:defRPr>
            </a:lvl1pPr>
            <a:lvl2pPr algn="ctr">
              <a:defRPr sz="1800" b="1">
                <a:solidFill>
                  <a:srgbClr val="FF9F43"/>
                </a:solidFill>
                <a:latin typeface="DejaVu Sans"/>
                <a:ea typeface="DejaVu Sans"/>
                <a:cs typeface="DejaVu Sans"/>
              </a:defRPr>
            </a:lvl2pPr>
            <a:lvl3pPr algn="ctr">
              <a:defRPr sz="1800" b="1">
                <a:solidFill>
                  <a:srgbClr val="FF9F43"/>
                </a:solidFill>
                <a:latin typeface="DejaVu Sans"/>
                <a:ea typeface="DejaVu Sans"/>
                <a:cs typeface="DejaVu Sans"/>
              </a:defRPr>
            </a:lvl3pPr>
            <a:lvl4pPr algn="ctr">
              <a:defRPr sz="1800" b="1">
                <a:solidFill>
                  <a:srgbClr val="FF9F43"/>
                </a:solidFill>
                <a:latin typeface="DejaVu Sans"/>
                <a:ea typeface="DejaVu Sans"/>
                <a:cs typeface="DejaVu Sans"/>
              </a:defRPr>
            </a:lvl4pPr>
            <a:lvl5pPr algn="ctr">
              <a:defRPr sz="1800" b="1">
                <a:solidFill>
                  <a:srgbClr val="FF9F43"/>
                </a:solidFill>
                <a:latin typeface="DejaVu Sans"/>
                <a:ea typeface="DejaVu Sans"/>
                <a:cs typeface="DejaVu Sans"/>
              </a:defRPr>
            </a:lvl5pPr>
            <a:lvl6pPr algn="ctr">
              <a:defRPr sz="1800" b="1">
                <a:solidFill>
                  <a:srgbClr val="FF9F43"/>
                </a:solidFill>
                <a:latin typeface="DejaVu Sans"/>
                <a:ea typeface="DejaVu Sans"/>
                <a:cs typeface="DejaVu Sans"/>
              </a:defRPr>
            </a:lvl6pPr>
            <a:lvl7pPr algn="ctr">
              <a:defRPr sz="1800" b="1">
                <a:solidFill>
                  <a:srgbClr val="FF9F43"/>
                </a:solidFill>
                <a:latin typeface="DejaVu Sans"/>
                <a:ea typeface="DejaVu Sans"/>
                <a:cs typeface="DejaVu Sans"/>
              </a:defRPr>
            </a:lvl7pPr>
            <a:lvl8pPr algn="ctr">
              <a:defRPr sz="1800" b="1">
                <a:solidFill>
                  <a:srgbClr val="FF9F43"/>
                </a:solidFill>
                <a:latin typeface="DejaVu Sans"/>
                <a:ea typeface="DejaVu Sans"/>
                <a:cs typeface="DejaVu Sans"/>
              </a:defRPr>
            </a:lvl8pPr>
            <a:lvl9pPr algn="ctr">
              <a:defRPr sz="1800" b="1">
                <a:solidFill>
                  <a:srgbClr val="FF9F43"/>
                </a:solidFill>
                <a:latin typeface="DejaVu Sans"/>
                <a:ea typeface="DejaVu Sans"/>
                <a:cs typeface="DejaVu Sans"/>
              </a:defRPr>
            </a:lvl9pPr>
          </a:lstStyle>
          <a:p xmlns:a="http://schemas.openxmlformats.org/drawingml/2006/main">
            <a:pPr algn="ctr">
              <a:defRPr sz="1800" b="1">
                <a:solidFill>
                  <a:srgbClr val="FF9F43"/>
                </a:solidFill>
                <a:latin typeface="DejaVu Sans"/>
                <a:ea typeface="DejaVu Sans"/>
                <a:cs typeface="DejaVu Sans"/>
              </a:defRPr>
            </a:pPr>
            <a:r>
              <a:rPr sz="1800" b="1">
                <a:solidFill>
                  <a:srgbClr val="FF9F43"/>
                </a:solidFill>
                <a:latin typeface="DejaVu Sans"/>
                <a:ea typeface="DejaVu Sans"/>
                <a:cs typeface="DejaVu Sans"/>
              </a:rPr>
              <a:t>Có</a:t>
            </a:r>
          </a:p>
        </p:txBody>
      </p:sp>
      <p:sp>
        <p:nvSpPr>
          <p:cNvPr id="21" name="no">
            <a:extLst xmlns:a="http://schemas.openxmlformats.org/drawingml/2006/main">
              <a:ext uri="{FF2B5EF4-FFF2-40B4-BE49-F238E27FC236}">
                <a16:creationId xmlns:a16="http://schemas.microsoft.com/office/drawing/2014/main" id="{87F9AAF6-0702-41FF-86B6-84E0236127A3}"/>
              </a:ext>
            </a:extLst>
          </p:cNvPr>
          <p:cNvSpPr>
            <a:spLocks xmlns:a="http://schemas.openxmlformats.org/drawingml/2006/main" noGrp="1"/>
          </p:cNvSpPr>
          <p:nvPr/>
        </p:nvSpPr>
        <p:spPr>
          <a:xfrm xmlns:a="http://schemas.openxmlformats.org/drawingml/2006/main">
            <a:off x="7143750" y="4724400"/>
            <a:ext cx="885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FF9F43"/>
                </a:solidFill>
                <a:latin typeface="DejaVu Sans"/>
                <a:ea typeface="DejaVu Sans"/>
                <a:cs typeface="DejaVu Sans"/>
              </a:defRPr>
            </a:defPPr>
            <a:lvl1pPr algn="ctr">
              <a:defRPr sz="1725" b="1">
                <a:solidFill>
                  <a:srgbClr val="FF9F43"/>
                </a:solidFill>
                <a:latin typeface="DejaVu Sans"/>
                <a:ea typeface="DejaVu Sans"/>
                <a:cs typeface="DejaVu Sans"/>
              </a:defRPr>
            </a:lvl1pPr>
            <a:lvl2pPr algn="ctr">
              <a:defRPr sz="1725" b="1">
                <a:solidFill>
                  <a:srgbClr val="FF9F43"/>
                </a:solidFill>
                <a:latin typeface="DejaVu Sans"/>
                <a:ea typeface="DejaVu Sans"/>
                <a:cs typeface="DejaVu Sans"/>
              </a:defRPr>
            </a:lvl2pPr>
            <a:lvl3pPr algn="ctr">
              <a:defRPr sz="1725" b="1">
                <a:solidFill>
                  <a:srgbClr val="FF9F43"/>
                </a:solidFill>
                <a:latin typeface="DejaVu Sans"/>
                <a:ea typeface="DejaVu Sans"/>
                <a:cs typeface="DejaVu Sans"/>
              </a:defRPr>
            </a:lvl3pPr>
            <a:lvl4pPr algn="ctr">
              <a:defRPr sz="1725" b="1">
                <a:solidFill>
                  <a:srgbClr val="FF9F43"/>
                </a:solidFill>
                <a:latin typeface="DejaVu Sans"/>
                <a:ea typeface="DejaVu Sans"/>
                <a:cs typeface="DejaVu Sans"/>
              </a:defRPr>
            </a:lvl4pPr>
            <a:lvl5pPr algn="ctr">
              <a:defRPr sz="1725" b="1">
                <a:solidFill>
                  <a:srgbClr val="FF9F43"/>
                </a:solidFill>
                <a:latin typeface="DejaVu Sans"/>
                <a:ea typeface="DejaVu Sans"/>
                <a:cs typeface="DejaVu Sans"/>
              </a:defRPr>
            </a:lvl5pPr>
            <a:lvl6pPr algn="ctr">
              <a:defRPr sz="1725" b="1">
                <a:solidFill>
                  <a:srgbClr val="FF9F43"/>
                </a:solidFill>
                <a:latin typeface="DejaVu Sans"/>
                <a:ea typeface="DejaVu Sans"/>
                <a:cs typeface="DejaVu Sans"/>
              </a:defRPr>
            </a:lvl6pPr>
            <a:lvl7pPr algn="ctr">
              <a:defRPr sz="1725" b="1">
                <a:solidFill>
                  <a:srgbClr val="FF9F43"/>
                </a:solidFill>
                <a:latin typeface="DejaVu Sans"/>
                <a:ea typeface="DejaVu Sans"/>
                <a:cs typeface="DejaVu Sans"/>
              </a:defRPr>
            </a:lvl7pPr>
            <a:lvl8pPr algn="ctr">
              <a:defRPr sz="1725" b="1">
                <a:solidFill>
                  <a:srgbClr val="FF9F43"/>
                </a:solidFill>
                <a:latin typeface="DejaVu Sans"/>
                <a:ea typeface="DejaVu Sans"/>
                <a:cs typeface="DejaVu Sans"/>
              </a:defRPr>
            </a:lvl8pPr>
            <a:lvl9pPr algn="ctr">
              <a:defRPr sz="1725" b="1">
                <a:solidFill>
                  <a:srgbClr val="FF9F43"/>
                </a:solidFill>
                <a:latin typeface="DejaVu Sans"/>
                <a:ea typeface="DejaVu Sans"/>
                <a:cs typeface="DejaVu Sans"/>
              </a:defRPr>
            </a:lvl9pPr>
          </a:lstStyle>
          <a:p xmlns:a="http://schemas.openxmlformats.org/drawingml/2006/main">
            <a:pPr algn="ctr">
              <a:defRPr sz="1725" b="1">
                <a:solidFill>
                  <a:srgbClr val="FF9F43"/>
                </a:solidFill>
                <a:latin typeface="DejaVu Sans"/>
                <a:ea typeface="DejaVu Sans"/>
                <a:cs typeface="DejaVu Sans"/>
              </a:defRPr>
            </a:pPr>
            <a:r>
              <a:rPr sz="1725" b="1">
                <a:solidFill>
                  <a:srgbClr val="FF9F43"/>
                </a:solidFill>
                <a:latin typeface="DejaVu Sans"/>
                <a:ea typeface="DejaVu Sans"/>
                <a:cs typeface="DejaVu Sans"/>
              </a:rPr>
              <a:t>Chưa</a:t>
            </a:r>
          </a:p>
        </p:txBody>
      </p:sp>
    </p:spTree>
    <p:extLst>
      <p:ext uri="{BB962C8B-B14F-4D97-AF65-F5344CB8AC3E}">
        <p14:creationId xmlns:p14="http://schemas.microsoft.com/office/powerpoint/2010/main" val="1618257915"/>
      </p:ext>
    </p:extLst>
  </p:cSld>
</p:sld>
</file>

<file path=ppt/slides/slide4.xml><?xml version="1.0" encoding="utf-8"?>
<p:sld xmlns:p="http://schemas.openxmlformats.org/presentationml/2006/main">
  <p:cSld>
    <p:bg>
      <p:bgPr>
        <a:solidFill xmlns:a="http://schemas.openxmlformats.org/drawingml/2006/main">
          <a:srgbClr val="0B1739"/>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631E6DE-FF89-46A3-8485-4225C7037442}"/>
              </a:ext>
            </a:extLst>
          </p:cNvPr>
          <p:cNvSpPr>
            <a:spLocks xmlns:a="http://schemas.openxmlformats.org/drawingml/2006/main" noGrp="1"/>
          </p:cNvSpPr>
          <p:nvPr/>
        </p:nvSpPr>
        <p:spPr>
          <a:xfrm xmlns:a="http://schemas.openxmlformats.org/drawingml/2006/main">
            <a:off x="609600" y="333375"/>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450" b="1">
                <a:solidFill>
                  <a:srgbClr val="FFFFFF"/>
                </a:solidFill>
                <a:latin typeface="DejaVu Sans"/>
                <a:ea typeface="DejaVu Sans"/>
                <a:cs typeface="DejaVu Sans"/>
              </a:defRPr>
            </a:defPPr>
            <a:lvl1pPr algn="l">
              <a:defRPr sz="3450" b="1">
                <a:solidFill>
                  <a:srgbClr val="FFFFFF"/>
                </a:solidFill>
                <a:latin typeface="DejaVu Sans"/>
                <a:ea typeface="DejaVu Sans"/>
                <a:cs typeface="DejaVu Sans"/>
              </a:defRPr>
            </a:lvl1pPr>
            <a:lvl2pPr algn="l">
              <a:defRPr sz="3450" b="1">
                <a:solidFill>
                  <a:srgbClr val="FFFFFF"/>
                </a:solidFill>
                <a:latin typeface="DejaVu Sans"/>
                <a:ea typeface="DejaVu Sans"/>
                <a:cs typeface="DejaVu Sans"/>
              </a:defRPr>
            </a:lvl2pPr>
            <a:lvl3pPr algn="l">
              <a:defRPr sz="3450" b="1">
                <a:solidFill>
                  <a:srgbClr val="FFFFFF"/>
                </a:solidFill>
                <a:latin typeface="DejaVu Sans"/>
                <a:ea typeface="DejaVu Sans"/>
                <a:cs typeface="DejaVu Sans"/>
              </a:defRPr>
            </a:lvl3pPr>
            <a:lvl4pPr algn="l">
              <a:defRPr sz="3450" b="1">
                <a:solidFill>
                  <a:srgbClr val="FFFFFF"/>
                </a:solidFill>
                <a:latin typeface="DejaVu Sans"/>
                <a:ea typeface="DejaVu Sans"/>
                <a:cs typeface="DejaVu Sans"/>
              </a:defRPr>
            </a:lvl4pPr>
            <a:lvl5pPr algn="l">
              <a:defRPr sz="3450" b="1">
                <a:solidFill>
                  <a:srgbClr val="FFFFFF"/>
                </a:solidFill>
                <a:latin typeface="DejaVu Sans"/>
                <a:ea typeface="DejaVu Sans"/>
                <a:cs typeface="DejaVu Sans"/>
              </a:defRPr>
            </a:lvl5pPr>
            <a:lvl6pPr algn="l">
              <a:defRPr sz="3450" b="1">
                <a:solidFill>
                  <a:srgbClr val="FFFFFF"/>
                </a:solidFill>
                <a:latin typeface="DejaVu Sans"/>
                <a:ea typeface="DejaVu Sans"/>
                <a:cs typeface="DejaVu Sans"/>
              </a:defRPr>
            </a:lvl6pPr>
            <a:lvl7pPr algn="l">
              <a:defRPr sz="3450" b="1">
                <a:solidFill>
                  <a:srgbClr val="FFFFFF"/>
                </a:solidFill>
                <a:latin typeface="DejaVu Sans"/>
                <a:ea typeface="DejaVu Sans"/>
                <a:cs typeface="DejaVu Sans"/>
              </a:defRPr>
            </a:lvl7pPr>
            <a:lvl8pPr algn="l">
              <a:defRPr sz="3450" b="1">
                <a:solidFill>
                  <a:srgbClr val="FFFFFF"/>
                </a:solidFill>
                <a:latin typeface="DejaVu Sans"/>
                <a:ea typeface="DejaVu Sans"/>
                <a:cs typeface="DejaVu Sans"/>
              </a:defRPr>
            </a:lvl8pPr>
            <a:lvl9pPr algn="l">
              <a:defRPr sz="3450" b="1">
                <a:solidFill>
                  <a:srgbClr val="FFFFFF"/>
                </a:solidFill>
                <a:latin typeface="DejaVu Sans"/>
                <a:ea typeface="DejaVu Sans"/>
                <a:cs typeface="DejaVu Sans"/>
              </a:defRPr>
            </a:lvl9pPr>
          </a:lstStyle>
          <a:p xmlns:a="http://schemas.openxmlformats.org/drawingml/2006/main">
            <a:pPr algn="l">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Lọc sinh viên cần theo dõi</a:t>
            </a:r>
          </a:p>
        </p:txBody>
      </p:sp>
      <p:sp>
        <p:nvSpPr>
          <p:cNvPr id="2" name="footer">
            <a:extLst xmlns:a="http://schemas.openxmlformats.org/drawingml/2006/main">
              <a:ext uri="{FF2B5EF4-FFF2-40B4-BE49-F238E27FC236}">
                <a16:creationId xmlns:a16="http://schemas.microsoft.com/office/drawing/2014/main" id="{F1C06F4F-C0F8-4472-A391-58FA73F76FCF}"/>
              </a:ext>
            </a:extLst>
          </p:cNvPr>
          <p:cNvSpPr>
            <a:spLocks xmlns:a="http://schemas.openxmlformats.org/drawingml/2006/main" noGrp="1"/>
          </p:cNvSpPr>
          <p:nvPr/>
        </p:nvSpPr>
        <p:spPr>
          <a:xfrm xmlns:a="http://schemas.openxmlformats.org/drawingml/2006/main">
            <a:off x="609600" y="61531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FFFFFF"/>
                </a:solidFill>
                <a:latin typeface="DejaVu Sans"/>
                <a:ea typeface="DejaVu Sans"/>
                <a:cs typeface="DejaVu Sans"/>
              </a:defRPr>
            </a:defPPr>
            <a:lvl1pPr algn="l">
              <a:defRPr sz="1575" b="0">
                <a:solidFill>
                  <a:srgbClr val="FFFFFF"/>
                </a:solidFill>
                <a:latin typeface="DejaVu Sans"/>
                <a:ea typeface="DejaVu Sans"/>
                <a:cs typeface="DejaVu Sans"/>
              </a:defRPr>
            </a:lvl1pPr>
            <a:lvl2pPr algn="l">
              <a:defRPr sz="1575" b="0">
                <a:solidFill>
                  <a:srgbClr val="FFFFFF"/>
                </a:solidFill>
                <a:latin typeface="DejaVu Sans"/>
                <a:ea typeface="DejaVu Sans"/>
                <a:cs typeface="DejaVu Sans"/>
              </a:defRPr>
            </a:lvl2pPr>
            <a:lvl3pPr algn="l">
              <a:defRPr sz="1575" b="0">
                <a:solidFill>
                  <a:srgbClr val="FFFFFF"/>
                </a:solidFill>
                <a:latin typeface="DejaVu Sans"/>
                <a:ea typeface="DejaVu Sans"/>
                <a:cs typeface="DejaVu Sans"/>
              </a:defRPr>
            </a:lvl3pPr>
            <a:lvl4pPr algn="l">
              <a:defRPr sz="1575" b="0">
                <a:solidFill>
                  <a:srgbClr val="FFFFFF"/>
                </a:solidFill>
                <a:latin typeface="DejaVu Sans"/>
                <a:ea typeface="DejaVu Sans"/>
                <a:cs typeface="DejaVu Sans"/>
              </a:defRPr>
            </a:lvl4pPr>
            <a:lvl5pPr algn="l">
              <a:defRPr sz="1575" b="0">
                <a:solidFill>
                  <a:srgbClr val="FFFFFF"/>
                </a:solidFill>
                <a:latin typeface="DejaVu Sans"/>
                <a:ea typeface="DejaVu Sans"/>
                <a:cs typeface="DejaVu Sans"/>
              </a:defRPr>
            </a:lvl5pPr>
            <a:lvl6pPr algn="l">
              <a:defRPr sz="1575" b="0">
                <a:solidFill>
                  <a:srgbClr val="FFFFFF"/>
                </a:solidFill>
                <a:latin typeface="DejaVu Sans"/>
                <a:ea typeface="DejaVu Sans"/>
                <a:cs typeface="DejaVu Sans"/>
              </a:defRPr>
            </a:lvl6pPr>
            <a:lvl7pPr algn="l">
              <a:defRPr sz="1575" b="0">
                <a:solidFill>
                  <a:srgbClr val="FFFFFF"/>
                </a:solidFill>
                <a:latin typeface="DejaVu Sans"/>
                <a:ea typeface="DejaVu Sans"/>
                <a:cs typeface="DejaVu Sans"/>
              </a:defRPr>
            </a:lvl7pPr>
            <a:lvl8pPr algn="l">
              <a:defRPr sz="1575" b="0">
                <a:solidFill>
                  <a:srgbClr val="FFFFFF"/>
                </a:solidFill>
                <a:latin typeface="DejaVu Sans"/>
                <a:ea typeface="DejaVu Sans"/>
                <a:cs typeface="DejaVu Sans"/>
              </a:defRPr>
            </a:lvl8pPr>
            <a:lvl9pPr algn="l">
              <a:defRPr sz="1575" b="0">
                <a:solidFill>
                  <a:srgbClr val="FFFFFF"/>
                </a:solidFill>
                <a:latin typeface="DejaVu Sans"/>
                <a:ea typeface="DejaVu Sans"/>
                <a:cs typeface="DejaVu Sans"/>
              </a:defRPr>
            </a:lvl9pPr>
          </a:lstStyle>
          <a:p xmlns:a="http://schemas.openxmlformats.org/drawingml/2006/main">
            <a:pPr algn="l">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Dữ liệu giả lập     Điều kiện lọc kết hợp AND</a:t>
            </a:r>
          </a:p>
        </p:txBody>
      </p:sp>
      <p:sp>
        <p:nvSpPr>
          <p:cNvPr id="3" name="page">
            <a:extLst xmlns:a="http://schemas.openxmlformats.org/drawingml/2006/main">
              <a:ext uri="{FF2B5EF4-FFF2-40B4-BE49-F238E27FC236}">
                <a16:creationId xmlns:a16="http://schemas.microsoft.com/office/drawing/2014/main" id="{4445F17C-9800-43B5-BE77-A4CCAB317CEB}"/>
              </a:ext>
            </a:extLst>
          </p:cNvPr>
          <p:cNvSpPr>
            <a:spLocks xmlns:a="http://schemas.openxmlformats.org/drawingml/2006/main" noGrp="1"/>
          </p:cNvSpPr>
          <p:nvPr/>
        </p:nvSpPr>
        <p:spPr>
          <a:xfrm xmlns:a="http://schemas.openxmlformats.org/drawingml/2006/main">
            <a:off x="10877550" y="6153150"/>
            <a:ext cx="70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725" b="1">
                <a:solidFill>
                  <a:srgbClr val="FF9F43"/>
                </a:solidFill>
                <a:latin typeface="DejaVu Sans"/>
                <a:ea typeface="DejaVu Sans"/>
                <a:cs typeface="DejaVu Sans"/>
              </a:defRPr>
            </a:defPPr>
            <a:lvl1pPr algn="r">
              <a:defRPr sz="1725" b="1">
                <a:solidFill>
                  <a:srgbClr val="FF9F43"/>
                </a:solidFill>
                <a:latin typeface="DejaVu Sans"/>
                <a:ea typeface="DejaVu Sans"/>
                <a:cs typeface="DejaVu Sans"/>
              </a:defRPr>
            </a:lvl1pPr>
            <a:lvl2pPr algn="r">
              <a:defRPr sz="1725" b="1">
                <a:solidFill>
                  <a:srgbClr val="FF9F43"/>
                </a:solidFill>
                <a:latin typeface="DejaVu Sans"/>
                <a:ea typeface="DejaVu Sans"/>
                <a:cs typeface="DejaVu Sans"/>
              </a:defRPr>
            </a:lvl2pPr>
            <a:lvl3pPr algn="r">
              <a:defRPr sz="1725" b="1">
                <a:solidFill>
                  <a:srgbClr val="FF9F43"/>
                </a:solidFill>
                <a:latin typeface="DejaVu Sans"/>
                <a:ea typeface="DejaVu Sans"/>
                <a:cs typeface="DejaVu Sans"/>
              </a:defRPr>
            </a:lvl3pPr>
            <a:lvl4pPr algn="r">
              <a:defRPr sz="1725" b="1">
                <a:solidFill>
                  <a:srgbClr val="FF9F43"/>
                </a:solidFill>
                <a:latin typeface="DejaVu Sans"/>
                <a:ea typeface="DejaVu Sans"/>
                <a:cs typeface="DejaVu Sans"/>
              </a:defRPr>
            </a:lvl4pPr>
            <a:lvl5pPr algn="r">
              <a:defRPr sz="1725" b="1">
                <a:solidFill>
                  <a:srgbClr val="FF9F43"/>
                </a:solidFill>
                <a:latin typeface="DejaVu Sans"/>
                <a:ea typeface="DejaVu Sans"/>
                <a:cs typeface="DejaVu Sans"/>
              </a:defRPr>
            </a:lvl5pPr>
            <a:lvl6pPr algn="r">
              <a:defRPr sz="1725" b="1">
                <a:solidFill>
                  <a:srgbClr val="FF9F43"/>
                </a:solidFill>
                <a:latin typeface="DejaVu Sans"/>
                <a:ea typeface="DejaVu Sans"/>
                <a:cs typeface="DejaVu Sans"/>
              </a:defRPr>
            </a:lvl6pPr>
            <a:lvl7pPr algn="r">
              <a:defRPr sz="1725" b="1">
                <a:solidFill>
                  <a:srgbClr val="FF9F43"/>
                </a:solidFill>
                <a:latin typeface="DejaVu Sans"/>
                <a:ea typeface="DejaVu Sans"/>
                <a:cs typeface="DejaVu Sans"/>
              </a:defRPr>
            </a:lvl7pPr>
            <a:lvl8pPr algn="r">
              <a:defRPr sz="1725" b="1">
                <a:solidFill>
                  <a:srgbClr val="FF9F43"/>
                </a:solidFill>
                <a:latin typeface="DejaVu Sans"/>
                <a:ea typeface="DejaVu Sans"/>
                <a:cs typeface="DejaVu Sans"/>
              </a:defRPr>
            </a:lvl8pPr>
            <a:lvl9pPr algn="r">
              <a:defRPr sz="1725" b="1">
                <a:solidFill>
                  <a:srgbClr val="FF9F43"/>
                </a:solidFill>
                <a:latin typeface="DejaVu Sans"/>
                <a:ea typeface="DejaVu Sans"/>
                <a:cs typeface="DejaVu Sans"/>
              </a:defRPr>
            </a:lvl9pPr>
          </a:lstStyle>
          <a:p xmlns:a="http://schemas.openxmlformats.org/drawingml/2006/main">
            <a:pPr algn="r">
              <a:defRPr sz="1725" b="1">
                <a:solidFill>
                  <a:srgbClr val="FF9F43"/>
                </a:solidFill>
                <a:latin typeface="DejaVu Sans"/>
                <a:ea typeface="DejaVu Sans"/>
                <a:cs typeface="DejaVu Sans"/>
              </a:defRPr>
            </a:pPr>
            <a:r>
              <a:rPr sz="1725" b="1">
                <a:solidFill>
                  <a:srgbClr val="FF9F43"/>
                </a:solidFill>
                <a:latin typeface="DejaVu Sans"/>
                <a:ea typeface="DejaVu Sans"/>
                <a:cs typeface="DejaVu Sans"/>
              </a:rPr>
              <a:t>04</a:t>
            </a:r>
          </a:p>
        </p:txBody>
      </p:sp>
      <p:sp>
        <p:nvSpPr>
          <p:cNvPr id="4" name="filter-1">
            <a:extLst xmlns:a="http://schemas.openxmlformats.org/drawingml/2006/main">
              <a:ext uri="{FF2B5EF4-FFF2-40B4-BE49-F238E27FC236}">
                <a16:creationId xmlns:a16="http://schemas.microsoft.com/office/drawing/2014/main" id="{762C7C53-3F87-47D8-ADCB-789BB33646BE}"/>
              </a:ext>
            </a:extLst>
          </p:cNvPr>
          <p:cNvSpPr>
            <a:spLocks xmlns:a="http://schemas.openxmlformats.org/drawingml/2006/main" noGrp="1"/>
          </p:cNvSpPr>
          <p:nvPr/>
        </p:nvSpPr>
        <p:spPr>
          <a:xfrm xmlns:a="http://schemas.openxmlformats.org/drawingml/2006/main">
            <a:off x="609600" y="17907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75" b="1">
                <a:solidFill>
                  <a:srgbClr val="FF9F43"/>
                </a:solidFill>
                <a:latin typeface="DejaVu Sans"/>
                <a:ea typeface="DejaVu Sans"/>
                <a:cs typeface="DejaVu Sans"/>
              </a:defRPr>
            </a:defPPr>
            <a:lvl1pPr algn="l">
              <a:defRPr sz="3675" b="1">
                <a:solidFill>
                  <a:srgbClr val="FF9F43"/>
                </a:solidFill>
                <a:latin typeface="DejaVu Sans"/>
                <a:ea typeface="DejaVu Sans"/>
                <a:cs typeface="DejaVu Sans"/>
              </a:defRPr>
            </a:lvl1pPr>
            <a:lvl2pPr algn="l">
              <a:defRPr sz="3675" b="1">
                <a:solidFill>
                  <a:srgbClr val="FF9F43"/>
                </a:solidFill>
                <a:latin typeface="DejaVu Sans"/>
                <a:ea typeface="DejaVu Sans"/>
                <a:cs typeface="DejaVu Sans"/>
              </a:defRPr>
            </a:lvl2pPr>
            <a:lvl3pPr algn="l">
              <a:defRPr sz="3675" b="1">
                <a:solidFill>
                  <a:srgbClr val="FF9F43"/>
                </a:solidFill>
                <a:latin typeface="DejaVu Sans"/>
                <a:ea typeface="DejaVu Sans"/>
                <a:cs typeface="DejaVu Sans"/>
              </a:defRPr>
            </a:lvl3pPr>
            <a:lvl4pPr algn="l">
              <a:defRPr sz="3675" b="1">
                <a:solidFill>
                  <a:srgbClr val="FF9F43"/>
                </a:solidFill>
                <a:latin typeface="DejaVu Sans"/>
                <a:ea typeface="DejaVu Sans"/>
                <a:cs typeface="DejaVu Sans"/>
              </a:defRPr>
            </a:lvl4pPr>
            <a:lvl5pPr algn="l">
              <a:defRPr sz="3675" b="1">
                <a:solidFill>
                  <a:srgbClr val="FF9F43"/>
                </a:solidFill>
                <a:latin typeface="DejaVu Sans"/>
                <a:ea typeface="DejaVu Sans"/>
                <a:cs typeface="DejaVu Sans"/>
              </a:defRPr>
            </a:lvl5pPr>
            <a:lvl6pPr algn="l">
              <a:defRPr sz="3675" b="1">
                <a:solidFill>
                  <a:srgbClr val="FF9F43"/>
                </a:solidFill>
                <a:latin typeface="DejaVu Sans"/>
                <a:ea typeface="DejaVu Sans"/>
                <a:cs typeface="DejaVu Sans"/>
              </a:defRPr>
            </a:lvl6pPr>
            <a:lvl7pPr algn="l">
              <a:defRPr sz="3675" b="1">
                <a:solidFill>
                  <a:srgbClr val="FF9F43"/>
                </a:solidFill>
                <a:latin typeface="DejaVu Sans"/>
                <a:ea typeface="DejaVu Sans"/>
                <a:cs typeface="DejaVu Sans"/>
              </a:defRPr>
            </a:lvl7pPr>
            <a:lvl8pPr algn="l">
              <a:defRPr sz="3675" b="1">
                <a:solidFill>
                  <a:srgbClr val="FF9F43"/>
                </a:solidFill>
                <a:latin typeface="DejaVu Sans"/>
                <a:ea typeface="DejaVu Sans"/>
                <a:cs typeface="DejaVu Sans"/>
              </a:defRPr>
            </a:lvl8pPr>
            <a:lvl9pPr algn="l">
              <a:defRPr sz="3675" b="1">
                <a:solidFill>
                  <a:srgbClr val="FF9F43"/>
                </a:solidFill>
                <a:latin typeface="DejaVu Sans"/>
                <a:ea typeface="DejaVu Sans"/>
                <a:cs typeface="DejaVu Sans"/>
              </a:defRPr>
            </a:lvl9pPr>
          </a:lstStyle>
          <a:p xmlns:a="http://schemas.openxmlformats.org/drawingml/2006/main">
            <a:pPr algn="l">
              <a:defRPr sz="3675" b="1">
                <a:solidFill>
                  <a:srgbClr val="FF9F43"/>
                </a:solidFill>
                <a:latin typeface="DejaVu Sans"/>
                <a:ea typeface="DejaVu Sans"/>
                <a:cs typeface="DejaVu Sans"/>
              </a:defRPr>
            </a:pPr>
            <a:r>
              <a:rPr sz="3675" b="1">
                <a:solidFill>
                  <a:srgbClr val="FF9F43"/>
                </a:solidFill>
                <a:latin typeface="DejaVu Sans"/>
                <a:ea typeface="DejaVu Sans"/>
                <a:cs typeface="DejaVu Sans"/>
              </a:rPr>
              <a:t>Khoa = CNTT</a:t>
            </a:r>
          </a:p>
        </p:txBody>
      </p:sp>
      <p:sp>
        <p:nvSpPr>
          <p:cNvPr id="5" name="filter-2">
            <a:extLst xmlns:a="http://schemas.openxmlformats.org/drawingml/2006/main">
              <a:ext uri="{FF2B5EF4-FFF2-40B4-BE49-F238E27FC236}">
                <a16:creationId xmlns:a16="http://schemas.microsoft.com/office/drawing/2014/main" id="{3C492E5D-A9C8-486C-8AB5-7F0ACE28E2F0}"/>
              </a:ext>
            </a:extLst>
          </p:cNvPr>
          <p:cNvSpPr>
            <a:spLocks xmlns:a="http://schemas.openxmlformats.org/drawingml/2006/main" noGrp="1"/>
          </p:cNvSpPr>
          <p:nvPr/>
        </p:nvSpPr>
        <p:spPr>
          <a:xfrm xmlns:a="http://schemas.openxmlformats.org/drawingml/2006/main">
            <a:off x="609600" y="2714625"/>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75" b="1">
                <a:solidFill>
                  <a:srgbClr val="FFFFFF"/>
                </a:solidFill>
                <a:latin typeface="DejaVu Sans"/>
                <a:ea typeface="DejaVu Sans"/>
                <a:cs typeface="DejaVu Sans"/>
              </a:defRPr>
            </a:defPPr>
            <a:lvl1pPr algn="l">
              <a:defRPr sz="3675" b="1">
                <a:solidFill>
                  <a:srgbClr val="FFFFFF"/>
                </a:solidFill>
                <a:latin typeface="DejaVu Sans"/>
                <a:ea typeface="DejaVu Sans"/>
                <a:cs typeface="DejaVu Sans"/>
              </a:defRPr>
            </a:lvl1pPr>
            <a:lvl2pPr algn="l">
              <a:defRPr sz="3675" b="1">
                <a:solidFill>
                  <a:srgbClr val="FFFFFF"/>
                </a:solidFill>
                <a:latin typeface="DejaVu Sans"/>
                <a:ea typeface="DejaVu Sans"/>
                <a:cs typeface="DejaVu Sans"/>
              </a:defRPr>
            </a:lvl2pPr>
            <a:lvl3pPr algn="l">
              <a:defRPr sz="3675" b="1">
                <a:solidFill>
                  <a:srgbClr val="FFFFFF"/>
                </a:solidFill>
                <a:latin typeface="DejaVu Sans"/>
                <a:ea typeface="DejaVu Sans"/>
                <a:cs typeface="DejaVu Sans"/>
              </a:defRPr>
            </a:lvl3pPr>
            <a:lvl4pPr algn="l">
              <a:defRPr sz="3675" b="1">
                <a:solidFill>
                  <a:srgbClr val="FFFFFF"/>
                </a:solidFill>
                <a:latin typeface="DejaVu Sans"/>
                <a:ea typeface="DejaVu Sans"/>
                <a:cs typeface="DejaVu Sans"/>
              </a:defRPr>
            </a:lvl4pPr>
            <a:lvl5pPr algn="l">
              <a:defRPr sz="3675" b="1">
                <a:solidFill>
                  <a:srgbClr val="FFFFFF"/>
                </a:solidFill>
                <a:latin typeface="DejaVu Sans"/>
                <a:ea typeface="DejaVu Sans"/>
                <a:cs typeface="DejaVu Sans"/>
              </a:defRPr>
            </a:lvl5pPr>
            <a:lvl6pPr algn="l">
              <a:defRPr sz="3675" b="1">
                <a:solidFill>
                  <a:srgbClr val="FFFFFF"/>
                </a:solidFill>
                <a:latin typeface="DejaVu Sans"/>
                <a:ea typeface="DejaVu Sans"/>
                <a:cs typeface="DejaVu Sans"/>
              </a:defRPr>
            </a:lvl6pPr>
            <a:lvl7pPr algn="l">
              <a:defRPr sz="3675" b="1">
                <a:solidFill>
                  <a:srgbClr val="FFFFFF"/>
                </a:solidFill>
                <a:latin typeface="DejaVu Sans"/>
                <a:ea typeface="DejaVu Sans"/>
                <a:cs typeface="DejaVu Sans"/>
              </a:defRPr>
            </a:lvl7pPr>
            <a:lvl8pPr algn="l">
              <a:defRPr sz="3675" b="1">
                <a:solidFill>
                  <a:srgbClr val="FFFFFF"/>
                </a:solidFill>
                <a:latin typeface="DejaVu Sans"/>
                <a:ea typeface="DejaVu Sans"/>
                <a:cs typeface="DejaVu Sans"/>
              </a:defRPr>
            </a:lvl8pPr>
            <a:lvl9pPr algn="l">
              <a:defRPr sz="3675" b="1">
                <a:solidFill>
                  <a:srgbClr val="FFFFFF"/>
                </a:solidFill>
                <a:latin typeface="DejaVu Sans"/>
                <a:ea typeface="DejaVu Sans"/>
                <a:cs typeface="DejaVu Sans"/>
              </a:defRPr>
            </a:lvl9pPr>
          </a:lstStyle>
          <a:p xmlns:a="http://schemas.openxmlformats.org/drawingml/2006/main">
            <a:pPr algn="l">
              <a:defRPr sz="3675" b="1">
                <a:solidFill>
                  <a:srgbClr val="FFFFFF"/>
                </a:solidFill>
                <a:latin typeface="DejaVu Sans"/>
                <a:ea typeface="DejaVu Sans"/>
                <a:cs typeface="DejaVu Sans"/>
              </a:defRPr>
            </a:pPr>
            <a:r>
              <a:rPr sz="3675" b="1">
                <a:solidFill>
                  <a:srgbClr val="FFFFFF"/>
                </a:solidFill>
                <a:latin typeface="DejaVu Sans"/>
                <a:ea typeface="DejaVu Sans"/>
                <a:cs typeface="DejaVu Sans"/>
              </a:rPr>
              <a:t>Điểm chuyên cần &lt; 7</a:t>
            </a:r>
          </a:p>
        </p:txBody>
      </p:sp>
      <p:sp>
        <p:nvSpPr>
          <p:cNvPr id="6" name="result">
            <a:extLst xmlns:a="http://schemas.openxmlformats.org/drawingml/2006/main">
              <a:ext uri="{FF2B5EF4-FFF2-40B4-BE49-F238E27FC236}">
                <a16:creationId xmlns:a16="http://schemas.microsoft.com/office/drawing/2014/main" id="{148DE1EA-993E-4DDB-A48A-0AC7777971ED}"/>
              </a:ext>
            </a:extLst>
          </p:cNvPr>
          <p:cNvSpPr>
            <a:spLocks xmlns:a="http://schemas.openxmlformats.org/drawingml/2006/main" noGrp="1"/>
          </p:cNvSpPr>
          <p:nvPr/>
        </p:nvSpPr>
        <p:spPr>
          <a:xfrm xmlns:a="http://schemas.openxmlformats.org/drawingml/2006/main">
            <a:off x="609600" y="385762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FFFFFF"/>
                </a:solidFill>
                <a:latin typeface="DejaVu Sans"/>
                <a:ea typeface="DejaVu Sans"/>
                <a:cs typeface="DejaVu Sans"/>
              </a:defRPr>
            </a:defPPr>
            <a:lvl1pPr algn="l">
              <a:defRPr sz="3000" b="1">
                <a:solidFill>
                  <a:srgbClr val="FFFFFF"/>
                </a:solidFill>
                <a:latin typeface="DejaVu Sans"/>
                <a:ea typeface="DejaVu Sans"/>
                <a:cs typeface="DejaVu Sans"/>
              </a:defRPr>
            </a:lvl1pPr>
            <a:lvl2pPr algn="l">
              <a:defRPr sz="3000" b="1">
                <a:solidFill>
                  <a:srgbClr val="FFFFFF"/>
                </a:solidFill>
                <a:latin typeface="DejaVu Sans"/>
                <a:ea typeface="DejaVu Sans"/>
                <a:cs typeface="DejaVu Sans"/>
              </a:defRPr>
            </a:lvl2pPr>
            <a:lvl3pPr algn="l">
              <a:defRPr sz="3000" b="1">
                <a:solidFill>
                  <a:srgbClr val="FFFFFF"/>
                </a:solidFill>
                <a:latin typeface="DejaVu Sans"/>
                <a:ea typeface="DejaVu Sans"/>
                <a:cs typeface="DejaVu Sans"/>
              </a:defRPr>
            </a:lvl3pPr>
            <a:lvl4pPr algn="l">
              <a:defRPr sz="3000" b="1">
                <a:solidFill>
                  <a:srgbClr val="FFFFFF"/>
                </a:solidFill>
                <a:latin typeface="DejaVu Sans"/>
                <a:ea typeface="DejaVu Sans"/>
                <a:cs typeface="DejaVu Sans"/>
              </a:defRPr>
            </a:lvl4pPr>
            <a:lvl5pPr algn="l">
              <a:defRPr sz="3000" b="1">
                <a:solidFill>
                  <a:srgbClr val="FFFFFF"/>
                </a:solidFill>
                <a:latin typeface="DejaVu Sans"/>
                <a:ea typeface="DejaVu Sans"/>
                <a:cs typeface="DejaVu Sans"/>
              </a:defRPr>
            </a:lvl5pPr>
            <a:lvl6pPr algn="l">
              <a:defRPr sz="3000" b="1">
                <a:solidFill>
                  <a:srgbClr val="FFFFFF"/>
                </a:solidFill>
                <a:latin typeface="DejaVu Sans"/>
                <a:ea typeface="DejaVu Sans"/>
                <a:cs typeface="DejaVu Sans"/>
              </a:defRPr>
            </a:lvl6pPr>
            <a:lvl7pPr algn="l">
              <a:defRPr sz="3000" b="1">
                <a:solidFill>
                  <a:srgbClr val="FFFFFF"/>
                </a:solidFill>
                <a:latin typeface="DejaVu Sans"/>
                <a:ea typeface="DejaVu Sans"/>
                <a:cs typeface="DejaVu Sans"/>
              </a:defRPr>
            </a:lvl7pPr>
            <a:lvl8pPr algn="l">
              <a:defRPr sz="3000" b="1">
                <a:solidFill>
                  <a:srgbClr val="FFFFFF"/>
                </a:solidFill>
                <a:latin typeface="DejaVu Sans"/>
                <a:ea typeface="DejaVu Sans"/>
                <a:cs typeface="DejaVu Sans"/>
              </a:defRPr>
            </a:lvl8pPr>
            <a:lvl9pPr algn="l">
              <a:defRPr sz="3000" b="1">
                <a:solidFill>
                  <a:srgbClr val="FFFFFF"/>
                </a:solidFill>
                <a:latin typeface="DejaVu Sans"/>
                <a:ea typeface="DejaVu Sans"/>
                <a:cs typeface="DejaVu Sans"/>
              </a:defRPr>
            </a:lvl9pPr>
          </a:lstStyle>
          <a:p xmlns:a="http://schemas.openxmlformats.org/drawingml/2006/main">
            <a:pPr algn="l">
              <a:defRPr sz="3000" b="1">
                <a:solidFill>
                  <a:srgbClr val="FFFFFF"/>
                </a:solidFill>
                <a:latin typeface="DejaVu Sans"/>
                <a:ea typeface="DejaVu Sans"/>
                <a:cs typeface="DejaVu Sans"/>
              </a:defRPr>
            </a:pPr>
            <a:r>
              <a:rPr sz="3000" b="1">
                <a:solidFill>
                  <a:srgbClr val="FFFFFF"/>
                </a:solidFill>
                <a:latin typeface="DejaVu Sans"/>
                <a:ea typeface="DejaVu Sans"/>
                <a:cs typeface="DejaVu Sans"/>
              </a:rPr>
              <a:t>70 / 200 sinh viên thỏa điều kiện</a:t>
            </a:r>
          </a:p>
        </p:txBody>
      </p:sp>
      <p:sp>
        <p:nvSpPr>
          <p:cNvPr id="7" name="boundary">
            <a:extLst xmlns:a="http://schemas.openxmlformats.org/drawingml/2006/main">
              <a:ext uri="{FF2B5EF4-FFF2-40B4-BE49-F238E27FC236}">
                <a16:creationId xmlns:a16="http://schemas.microsoft.com/office/drawing/2014/main" id="{72512104-EE0C-48C4-92C9-840ADA00A0C1}"/>
              </a:ext>
            </a:extLst>
          </p:cNvPr>
          <p:cNvSpPr>
            <a:spLocks xmlns:a="http://schemas.openxmlformats.org/drawingml/2006/main" noGrp="1"/>
          </p:cNvSpPr>
          <p:nvPr/>
        </p:nvSpPr>
        <p:spPr>
          <a:xfrm xmlns:a="http://schemas.openxmlformats.org/drawingml/2006/main">
            <a:off x="609600" y="479107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FFFFFF"/>
                </a:solidFill>
                <a:latin typeface="DejaVu Sans"/>
                <a:ea typeface="DejaVu Sans"/>
                <a:cs typeface="DejaVu Sans"/>
              </a:defRPr>
            </a:defPPr>
            <a:lvl1pPr algn="l">
              <a:defRPr sz="2100" b="0">
                <a:solidFill>
                  <a:srgbClr val="FFFFFF"/>
                </a:solidFill>
                <a:latin typeface="DejaVu Sans"/>
                <a:ea typeface="DejaVu Sans"/>
                <a:cs typeface="DejaVu Sans"/>
              </a:defRPr>
            </a:lvl1pPr>
            <a:lvl2pPr algn="l">
              <a:defRPr sz="2100" b="0">
                <a:solidFill>
                  <a:srgbClr val="FFFFFF"/>
                </a:solidFill>
                <a:latin typeface="DejaVu Sans"/>
                <a:ea typeface="DejaVu Sans"/>
                <a:cs typeface="DejaVu Sans"/>
              </a:defRPr>
            </a:lvl2pPr>
            <a:lvl3pPr algn="l">
              <a:defRPr sz="2100" b="0">
                <a:solidFill>
                  <a:srgbClr val="FFFFFF"/>
                </a:solidFill>
                <a:latin typeface="DejaVu Sans"/>
                <a:ea typeface="DejaVu Sans"/>
                <a:cs typeface="DejaVu Sans"/>
              </a:defRPr>
            </a:lvl3pPr>
            <a:lvl4pPr algn="l">
              <a:defRPr sz="2100" b="0">
                <a:solidFill>
                  <a:srgbClr val="FFFFFF"/>
                </a:solidFill>
                <a:latin typeface="DejaVu Sans"/>
                <a:ea typeface="DejaVu Sans"/>
                <a:cs typeface="DejaVu Sans"/>
              </a:defRPr>
            </a:lvl4pPr>
            <a:lvl5pPr algn="l">
              <a:defRPr sz="2100" b="0">
                <a:solidFill>
                  <a:srgbClr val="FFFFFF"/>
                </a:solidFill>
                <a:latin typeface="DejaVu Sans"/>
                <a:ea typeface="DejaVu Sans"/>
                <a:cs typeface="DejaVu Sans"/>
              </a:defRPr>
            </a:lvl5pPr>
            <a:lvl6pPr algn="l">
              <a:defRPr sz="2100" b="0">
                <a:solidFill>
                  <a:srgbClr val="FFFFFF"/>
                </a:solidFill>
                <a:latin typeface="DejaVu Sans"/>
                <a:ea typeface="DejaVu Sans"/>
                <a:cs typeface="DejaVu Sans"/>
              </a:defRPr>
            </a:lvl6pPr>
            <a:lvl7pPr algn="l">
              <a:defRPr sz="2100" b="0">
                <a:solidFill>
                  <a:srgbClr val="FFFFFF"/>
                </a:solidFill>
                <a:latin typeface="DejaVu Sans"/>
                <a:ea typeface="DejaVu Sans"/>
                <a:cs typeface="DejaVu Sans"/>
              </a:defRPr>
            </a:lvl7pPr>
            <a:lvl8pPr algn="l">
              <a:defRPr sz="2100" b="0">
                <a:solidFill>
                  <a:srgbClr val="FFFFFF"/>
                </a:solidFill>
                <a:latin typeface="DejaVu Sans"/>
                <a:ea typeface="DejaVu Sans"/>
                <a:cs typeface="DejaVu Sans"/>
              </a:defRPr>
            </a:lvl8pPr>
            <a:lvl9pPr algn="l">
              <a:defRPr sz="2100" b="0">
                <a:solidFill>
                  <a:srgbClr val="FFFFFF"/>
                </a:solidFill>
                <a:latin typeface="DejaVu Sans"/>
                <a:ea typeface="DejaVu Sans"/>
                <a:cs typeface="DejaVu Sans"/>
              </a:defRPr>
            </a:lvl9pPr>
          </a:lstStyle>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6,9 được chọn. Điểm 7,0 bị loại.</a:t>
            </a:r>
          </a:p>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Sinh viên khoa khác bị loại dù điểm dưới 7.</a:t>
            </a:r>
          </a:p>
        </p:txBody>
      </p:sp>
    </p:spTree>
    <p:extLst>
      <p:ext uri="{BB962C8B-B14F-4D97-AF65-F5344CB8AC3E}">
        <p14:creationId xmlns:p14="http://schemas.microsoft.com/office/powerpoint/2010/main" val="1972526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2026-10-27T01:23:02.8870000Z</dcterms:created>
  <dcterms:modified xsi:type="dcterms:W3CDTF">2026-10-27T01:23:02.8870000Z</dcterms:modified>
</coreProperties>
</file>